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8" r:id="rId2"/>
    <p:sldId id="26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増田　勇" initials="増田　勇" lastIdx="1" clrIdx="0">
    <p:extLst>
      <p:ext uri="{19B8F6BF-5375-455C-9EA6-DF929625EA0E}">
        <p15:presenceInfo xmlns:p15="http://schemas.microsoft.com/office/powerpoint/2012/main" userId="S-1-5-21-1957994488-527237240-1606980848-3535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C9"/>
    <a:srgbClr val="0000FF"/>
    <a:srgbClr val="FFD9D9"/>
    <a:srgbClr val="FFFFFF"/>
    <a:srgbClr val="FFA7A7"/>
    <a:srgbClr val="FF8585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642" autoAdjust="0"/>
  </p:normalViewPr>
  <p:slideViewPr>
    <p:cSldViewPr>
      <p:cViewPr varScale="1">
        <p:scale>
          <a:sx n="83" d="100"/>
          <a:sy n="83" d="100"/>
        </p:scale>
        <p:origin x="5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commentAuthors" Target="commentAuthors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48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862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45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97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10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52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68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51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89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168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05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59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3F0C217-2389-4195-BE8E-D2B8273AE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856200"/>
            <a:ext cx="8200407" cy="5813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BE4C9859-F792-4CE9-A33F-899BD1481DEB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氏名・住所変更ボタンの位置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9D03BE6-19B1-4CC2-8F5F-835D51F467ED}"/>
              </a:ext>
            </a:extLst>
          </p:cNvPr>
          <p:cNvSpPr/>
          <p:nvPr/>
        </p:nvSpPr>
        <p:spPr>
          <a:xfrm>
            <a:off x="6094834" y="5021072"/>
            <a:ext cx="1445703" cy="669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吹き出し: 折線 32">
            <a:extLst>
              <a:ext uri="{FF2B5EF4-FFF2-40B4-BE49-F238E27FC236}">
                <a16:creationId xmlns:a16="http://schemas.microsoft.com/office/drawing/2014/main" id="{97E43619-3862-4132-AF01-4CEF661FA469}"/>
              </a:ext>
            </a:extLst>
          </p:cNvPr>
          <p:cNvSpPr/>
          <p:nvPr/>
        </p:nvSpPr>
        <p:spPr>
          <a:xfrm>
            <a:off x="8387351" y="4033193"/>
            <a:ext cx="3253265" cy="987879"/>
          </a:xfrm>
          <a:prstGeom prst="borderCallout2">
            <a:avLst>
              <a:gd name="adj1" fmla="val 40254"/>
              <a:gd name="adj2" fmla="val -100"/>
              <a:gd name="adj3" fmla="val 40254"/>
              <a:gd name="adj4" fmla="val -10989"/>
              <a:gd name="adj5" fmla="val 100930"/>
              <a:gd name="adj6" fmla="val -28181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氏名・住所変更ボタンの位置は画面最下部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endParaRPr kumimoji="1" lang="ja-JP" altLang="en-US" sz="2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8524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タイトル 1">
            <a:extLst>
              <a:ext uri="{FF2B5EF4-FFF2-40B4-BE49-F238E27FC236}">
                <a16:creationId xmlns:a16="http://schemas.microsoft.com/office/drawing/2014/main" id="{967AE2D8-1E7E-4AB0-A7C8-21A15D48716C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「外字」ボタンの位置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AE57DF96-6320-438B-B818-DC63E534653F}"/>
              </a:ext>
            </a:extLst>
          </p:cNvPr>
          <p:cNvGrpSpPr/>
          <p:nvPr/>
        </p:nvGrpSpPr>
        <p:grpSpPr>
          <a:xfrm>
            <a:off x="2005517" y="1374680"/>
            <a:ext cx="8180966" cy="5313543"/>
            <a:chOff x="1019210" y="1374680"/>
            <a:chExt cx="8180966" cy="5313543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32F369EA-C6BE-44CE-9558-97508C045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9210" y="1374680"/>
              <a:ext cx="7495616" cy="53135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B937270-D0A6-42CF-BCED-B54D32F963C8}"/>
                </a:ext>
              </a:extLst>
            </p:cNvPr>
            <p:cNvSpPr/>
            <p:nvPr/>
          </p:nvSpPr>
          <p:spPr>
            <a:xfrm>
              <a:off x="4043489" y="2912035"/>
              <a:ext cx="411065" cy="21705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吹き出し: 折線 2">
              <a:extLst>
                <a:ext uri="{FF2B5EF4-FFF2-40B4-BE49-F238E27FC236}">
                  <a16:creationId xmlns:a16="http://schemas.microsoft.com/office/drawing/2014/main" id="{429C007A-FADB-4713-95DC-DD680934E203}"/>
                </a:ext>
              </a:extLst>
            </p:cNvPr>
            <p:cNvSpPr/>
            <p:nvPr/>
          </p:nvSpPr>
          <p:spPr>
            <a:xfrm>
              <a:off x="5534410" y="1924156"/>
              <a:ext cx="3665766" cy="987879"/>
            </a:xfrm>
            <a:prstGeom prst="borderCallout2">
              <a:avLst>
                <a:gd name="adj1" fmla="val 37449"/>
                <a:gd name="adj2" fmla="val 234"/>
                <a:gd name="adj3" fmla="val 37449"/>
                <a:gd name="adj4" fmla="val -11376"/>
                <a:gd name="adj5" fmla="val 100930"/>
                <a:gd name="adj6" fmla="val -29693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外字ボタンの位置は</a:t>
              </a:r>
              <a:endPara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sz="2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おなまえ（漢字）欄の右横</a:t>
              </a:r>
            </a:p>
          </p:txBody>
        </p:sp>
      </p:grp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E7BEAB4-AD87-47F7-87B1-6762121CB0F0}"/>
              </a:ext>
            </a:extLst>
          </p:cNvPr>
          <p:cNvSpPr/>
          <p:nvPr/>
        </p:nvSpPr>
        <p:spPr>
          <a:xfrm>
            <a:off x="1503589" y="767443"/>
            <a:ext cx="9184822" cy="582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お客さまの希望で、外字登録する場合は、漢字氏名入力欄横の「外字」ボタンを押下</a:t>
            </a:r>
          </a:p>
        </p:txBody>
      </p:sp>
    </p:spTree>
    <p:extLst>
      <p:ext uri="{BB962C8B-B14F-4D97-AF65-F5344CB8AC3E}">
        <p14:creationId xmlns:p14="http://schemas.microsoft.com/office/powerpoint/2010/main" val="268089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F905FF098572F41993FFE1C1C4E8280" ma:contentTypeVersion="3" ma:contentTypeDescription="新しいドキュメントを作成します。" ma:contentTypeScope="" ma:versionID="990a877b01427fbfd5aa1ac303949632">
  <xsd:schema xmlns:xsd="http://www.w3.org/2001/XMLSchema" xmlns:xs="http://www.w3.org/2001/XMLSchema" xmlns:p="http://schemas.microsoft.com/office/2006/metadata/properties" xmlns:ns2="8e8d5e89-3183-4d34-a2a3-ea9099e9399d" targetNamespace="http://schemas.microsoft.com/office/2006/metadata/properties" ma:root="true" ma:fieldsID="1a66e2b30ec53372cce00991300f90b9" ns2:_="">
    <xsd:import namespace="8e8d5e89-3183-4d34-a2a3-ea9099e939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d5e89-3183-4d34-a2a3-ea9099e939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CE2B53-452E-46BD-917D-26BC72B15810}"/>
</file>

<file path=customXml/itemProps2.xml><?xml version="1.0" encoding="utf-8"?>
<ds:datastoreItem xmlns:ds="http://schemas.openxmlformats.org/officeDocument/2006/customXml" ds:itemID="{923BF7CE-80B7-433B-B5F7-870DA47A57A9}"/>
</file>

<file path=customXml/itemProps3.xml><?xml version="1.0" encoding="utf-8"?>
<ds:datastoreItem xmlns:ds="http://schemas.openxmlformats.org/officeDocument/2006/customXml" ds:itemID="{C948F128-1C1F-4686-AF3A-D39A2F7A05A2}"/>
</file>

<file path=docMetadata/LabelInfo.xml><?xml version="1.0" encoding="utf-8"?>
<clbl:labelList xmlns:clbl="http://schemas.microsoft.com/office/2020/mipLabelMetadata">
  <clbl:label id="{4df45f0f-b2a2-4a7a-85c3-8789a2fb3a8a}" enabled="1" method="Privileged" siteId="{1bd03175-6c16-4146-bf13-66413258ad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1499</TotalTime>
  <Words>59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Meiryo UI</vt:lpstr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肥田　彩花</dc:creator>
  <cp:lastModifiedBy>作田　隼樹</cp:lastModifiedBy>
  <cp:revision>60</cp:revision>
  <dcterms:created xsi:type="dcterms:W3CDTF">2024-11-14T02:57:22Z</dcterms:created>
  <dcterms:modified xsi:type="dcterms:W3CDTF">2025-07-22T08:47:52Z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0x010100CF905FF098572F41993FFE1C1C4E8280</vt:lpwstr>
  </property>
</Properties>
</file>