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0" r:id="rId4"/>
    <p:sldMasterId id="2147483677" r:id="rId5"/>
  </p:sldMasterIdLst>
  <p:notesMasterIdLst>
    <p:notesMasterId r:id="rId8"/>
  </p:notesMasterIdLst>
  <p:sldIdLst>
    <p:sldId id="141169160" r:id="rId6"/>
    <p:sldId id="1411691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893"/>
    <a:srgbClr val="023993"/>
    <a:srgbClr val="023793"/>
    <a:srgbClr val="06A9E4"/>
    <a:srgbClr val="79CDF4"/>
    <a:srgbClr val="0DADE6"/>
    <a:srgbClr val="1C2350"/>
    <a:srgbClr val="0766B3"/>
    <a:srgbClr val="4173A1"/>
    <a:srgbClr val="467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070D2-3BE1-49F4-9153-ADA19D28C9B0}" v="65" dt="2023-07-19T06:11:1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2923" autoAdjust="0"/>
  </p:normalViewPr>
  <p:slideViewPr>
    <p:cSldViewPr snapToGrid="0">
      <p:cViewPr varScale="1">
        <p:scale>
          <a:sx n="82" d="100"/>
          <a:sy n="82" d="100"/>
        </p:scale>
        <p:origin x="107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ko, Masaya (上甲 雅也)" userId="e29bd86f-2f1e-4896-8185-435ab57e70fa" providerId="ADAL" clId="{EC1D8B58-051C-49A9-A789-5C87514585A5}"/>
    <pc:docChg chg="undo custSel addSld delSld modSld sldOrd">
      <pc:chgData name="Joko, Masaya (上甲 雅也)" userId="e29bd86f-2f1e-4896-8185-435ab57e70fa" providerId="ADAL" clId="{EC1D8B58-051C-49A9-A789-5C87514585A5}" dt="2022-08-29T12:49:25.994" v="206" actId="20577"/>
      <pc:docMkLst>
        <pc:docMk/>
      </pc:docMkLst>
      <pc:sldChg chg="modSp add mod">
        <pc:chgData name="Joko, Masaya (上甲 雅也)" userId="e29bd86f-2f1e-4896-8185-435ab57e70fa" providerId="ADAL" clId="{EC1D8B58-051C-49A9-A789-5C87514585A5}" dt="2022-08-29T12:42:32.746" v="189" actId="20577"/>
        <pc:sldMkLst>
          <pc:docMk/>
          <pc:sldMk cId="1403203540" sldId="258"/>
        </pc:sldMkLst>
        <pc:spChg chg="mod">
          <ac:chgData name="Joko, Masaya (上甲 雅也)" userId="e29bd86f-2f1e-4896-8185-435ab57e70fa" providerId="ADAL" clId="{EC1D8B58-051C-49A9-A789-5C87514585A5}" dt="2022-08-29T12:42:32.746" v="189" actId="20577"/>
          <ac:spMkLst>
            <pc:docMk/>
            <pc:sldMk cId="1403203540" sldId="258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37.187" v="193" actId="20577"/>
        <pc:sldMkLst>
          <pc:docMk/>
          <pc:sldMk cId="4255153750" sldId="259"/>
        </pc:sldMkLst>
        <pc:spChg chg="mod">
          <ac:chgData name="Joko, Masaya (上甲 雅也)" userId="e29bd86f-2f1e-4896-8185-435ab57e70fa" providerId="ADAL" clId="{EC1D8B58-051C-49A9-A789-5C87514585A5}" dt="2022-08-29T12:42:37.187" v="193" actId="20577"/>
          <ac:spMkLst>
            <pc:docMk/>
            <pc:sldMk cId="4255153750" sldId="259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43.165" v="197" actId="20577"/>
        <pc:sldMkLst>
          <pc:docMk/>
          <pc:sldMk cId="3070884858" sldId="260"/>
        </pc:sldMkLst>
        <pc:spChg chg="mod">
          <ac:chgData name="Joko, Masaya (上甲 雅也)" userId="e29bd86f-2f1e-4896-8185-435ab57e70fa" providerId="ADAL" clId="{EC1D8B58-051C-49A9-A789-5C87514585A5}" dt="2022-08-29T12:42:43.165" v="197" actId="20577"/>
          <ac:spMkLst>
            <pc:docMk/>
            <pc:sldMk cId="3070884858" sldId="260"/>
            <ac:spMk id="2" creationId="{D32A1A46-CE3D-3D32-1D23-41840CF13D88}"/>
          </ac:spMkLst>
        </pc:spChg>
      </pc:sldChg>
      <pc:sldChg chg="modSp mod">
        <pc:chgData name="Joko, Masaya (上甲 雅也)" userId="e29bd86f-2f1e-4896-8185-435ab57e70fa" providerId="ADAL" clId="{EC1D8B58-051C-49A9-A789-5C87514585A5}" dt="2022-08-29T12:36:06.664" v="159" actId="113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EC1D8B58-051C-49A9-A789-5C87514585A5}" dt="2022-08-29T12:36:06.664" v="159" actId="113"/>
          <ac:spMkLst>
            <pc:docMk/>
            <pc:sldMk cId="1699586179" sldId="11742"/>
            <ac:spMk id="3" creationId="{066CBCDC-9B3E-4A79-A544-DA5F345E8F12}"/>
          </ac:spMkLst>
        </pc:spChg>
      </pc:sldChg>
      <pc:sldChg chg="del">
        <pc:chgData name="Joko, Masaya (上甲 雅也)" userId="e29bd86f-2f1e-4896-8185-435ab57e70fa" providerId="ADAL" clId="{EC1D8B58-051C-49A9-A789-5C87514585A5}" dt="2022-08-29T12:29:24.858" v="1" actId="47"/>
        <pc:sldMkLst>
          <pc:docMk/>
          <pc:sldMk cId="3651084524" sldId="1174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757634145" sldId="11751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2318206171" sldId="1176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4119764216" sldId="11764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366429467" sldId="11765"/>
        </pc:sldMkLst>
      </pc:sldChg>
      <pc:sldChg chg="modSp mod">
        <pc:chgData name="Joko, Masaya (上甲 雅也)" userId="e29bd86f-2f1e-4896-8185-435ab57e70fa" providerId="ADAL" clId="{EC1D8B58-051C-49A9-A789-5C87514585A5}" dt="2022-08-29T12:41:49.084" v="184" actId="20577"/>
        <pc:sldMkLst>
          <pc:docMk/>
          <pc:sldMk cId="2767880833" sldId="141169088"/>
        </pc:sldMkLst>
        <pc:spChg chg="mod">
          <ac:chgData name="Joko, Masaya (上甲 雅也)" userId="e29bd86f-2f1e-4896-8185-435ab57e70fa" providerId="ADAL" clId="{EC1D8B58-051C-49A9-A789-5C87514585A5}" dt="2022-08-29T12:41:49.084" v="184" actId="20577"/>
          <ac:spMkLst>
            <pc:docMk/>
            <pc:sldMk cId="2767880833" sldId="141169088"/>
            <ac:spMk id="2" creationId="{45C5C1B5-6528-64C0-03EC-622457A1A540}"/>
          </ac:spMkLst>
        </pc:spChg>
      </pc:sldChg>
      <pc:sldChg chg="ord">
        <pc:chgData name="Joko, Masaya (上甲 雅也)" userId="e29bd86f-2f1e-4896-8185-435ab57e70fa" providerId="ADAL" clId="{EC1D8B58-051C-49A9-A789-5C87514585A5}" dt="2022-08-29T12:31:52.575" v="37"/>
        <pc:sldMkLst>
          <pc:docMk/>
          <pc:sldMk cId="1682857187" sldId="141169090"/>
        </pc:sldMkLst>
      </pc:sldChg>
      <pc:sldChg chg="add">
        <pc:chgData name="Joko, Masaya (上甲 雅也)" userId="e29bd86f-2f1e-4896-8185-435ab57e70fa" providerId="ADAL" clId="{EC1D8B58-051C-49A9-A789-5C87514585A5}" dt="2022-08-29T12:29:22.183" v="0"/>
        <pc:sldMkLst>
          <pc:docMk/>
          <pc:sldMk cId="977846790" sldId="141169094"/>
        </pc:sldMkLst>
      </pc:sldChg>
      <pc:sldChg chg="addSp delSp modSp add mod">
        <pc:chgData name="Joko, Masaya (上甲 雅也)" userId="e29bd86f-2f1e-4896-8185-435ab57e70fa" providerId="ADAL" clId="{EC1D8B58-051C-49A9-A789-5C87514585A5}" dt="2022-08-29T12:49:25.994" v="206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EC1D8B58-051C-49A9-A789-5C87514585A5}" dt="2022-08-29T12:49:25.994" v="206" actId="20577"/>
          <ac:spMkLst>
            <pc:docMk/>
            <pc:sldMk cId="3245149369" sldId="141169095"/>
            <ac:spMk id="3" creationId="{51D42AAA-E8C7-4CDE-1592-1918BDEC8E25}"/>
          </ac:spMkLst>
        </pc:spChg>
        <pc:spChg chg="mod topLvl">
          <ac:chgData name="Joko, Masaya (上甲 雅也)" userId="e29bd86f-2f1e-4896-8185-435ab57e70fa" providerId="ADAL" clId="{EC1D8B58-051C-49A9-A789-5C87514585A5}" dt="2022-08-29T12:30:56.817" v="28" actId="1036"/>
          <ac:spMkLst>
            <pc:docMk/>
            <pc:sldMk cId="3245149369" sldId="141169095"/>
            <ac:spMk id="4" creationId="{1F4F4FB2-8CA7-F004-4D65-1365DF71822A}"/>
          </ac:spMkLst>
        </pc:spChg>
        <pc:spChg chg="mod topLvl">
          <ac:chgData name="Joko, Masaya (上甲 雅也)" userId="e29bd86f-2f1e-4896-8185-435ab57e70fa" providerId="ADAL" clId="{EC1D8B58-051C-49A9-A789-5C87514585A5}" dt="2022-08-29T12:34:06.955" v="74" actId="20577"/>
          <ac:spMkLst>
            <pc:docMk/>
            <pc:sldMk cId="3245149369" sldId="141169095"/>
            <ac:spMk id="5" creationId="{074F6599-BCD1-6256-1409-C2A29612016C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6" creationId="{09244C07-3BAE-C91A-2A6C-02AD548B6057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7" creationId="{A5D2B1C0-2D3E-9B81-FEC2-DC754EB114FB}"/>
          </ac:spMkLst>
        </pc:spChg>
        <pc:spChg chg="mod topLvl">
          <ac:chgData name="Joko, Masaya (上甲 雅也)" userId="e29bd86f-2f1e-4896-8185-435ab57e70fa" providerId="ADAL" clId="{EC1D8B58-051C-49A9-A789-5C87514585A5}" dt="2022-08-29T12:40:32.629" v="179" actId="207"/>
          <ac:spMkLst>
            <pc:docMk/>
            <pc:sldMk cId="3245149369" sldId="141169095"/>
            <ac:spMk id="8" creationId="{5A8EB9EA-97FC-A2D4-74F2-E43ECAC53CFC}"/>
          </ac:spMkLst>
        </pc:spChg>
        <pc:spChg chg="mod topLvl">
          <ac:chgData name="Joko, Masaya (上甲 雅也)" userId="e29bd86f-2f1e-4896-8185-435ab57e70fa" providerId="ADAL" clId="{EC1D8B58-051C-49A9-A789-5C87514585A5}" dt="2022-08-29T12:34:52.912" v="156" actId="5793"/>
          <ac:spMkLst>
            <pc:docMk/>
            <pc:sldMk cId="3245149369" sldId="141169095"/>
            <ac:spMk id="9" creationId="{2EC3D304-C7D4-3A89-4B01-2ECB33B9FE1F}"/>
          </ac:spMkLst>
        </pc:spChg>
        <pc:spChg chg="mod topLvl">
          <ac:chgData name="Joko, Masaya (上甲 雅也)" userId="e29bd86f-2f1e-4896-8185-435ab57e70fa" providerId="ADAL" clId="{EC1D8B58-051C-49A9-A789-5C87514585A5}" dt="2022-08-29T12:40:15.911" v="177" actId="20577"/>
          <ac:spMkLst>
            <pc:docMk/>
            <pc:sldMk cId="3245149369" sldId="141169095"/>
            <ac:spMk id="10" creationId="{2093C797-3502-1EB3-9FE5-E2708FC9D0CE}"/>
          </ac:spMkLst>
        </pc:spChg>
        <pc:spChg chg="mod topLvl">
          <ac:chgData name="Joko, Masaya (上甲 雅也)" userId="e29bd86f-2f1e-4896-8185-435ab57e70fa" providerId="ADAL" clId="{EC1D8B58-051C-49A9-A789-5C87514585A5}" dt="2022-08-29T12:34:33.506" v="127" actId="20577"/>
          <ac:spMkLst>
            <pc:docMk/>
            <pc:sldMk cId="3245149369" sldId="141169095"/>
            <ac:spMk id="11" creationId="{21239EE6-6F58-D642-FD05-EB685A5E923C}"/>
          </ac:spMkLst>
        </pc:spChg>
        <pc:spChg chg="mod topLvl">
          <ac:chgData name="Joko, Masaya (上甲 雅也)" userId="e29bd86f-2f1e-4896-8185-435ab57e70fa" providerId="ADAL" clId="{EC1D8B58-051C-49A9-A789-5C87514585A5}" dt="2022-08-29T12:41:02.234" v="183" actId="20577"/>
          <ac:spMkLst>
            <pc:docMk/>
            <pc:sldMk cId="3245149369" sldId="141169095"/>
            <ac:spMk id="23" creationId="{3F6375AA-DB27-BECD-4208-396505891609}"/>
          </ac:spMkLst>
        </pc:spChg>
        <pc:spChg chg="mod topLvl">
          <ac:chgData name="Joko, Masaya (上甲 雅也)" userId="e29bd86f-2f1e-4896-8185-435ab57e70fa" providerId="ADAL" clId="{EC1D8B58-051C-49A9-A789-5C87514585A5}" dt="2022-08-29T12:39:26.549" v="175" actId="14100"/>
          <ac:spMkLst>
            <pc:docMk/>
            <pc:sldMk cId="3245149369" sldId="141169095"/>
            <ac:spMk id="24" creationId="{5AB0C3C3-C050-9022-82FA-FD8FCCBE6899}"/>
          </ac:spMkLst>
        </pc:spChg>
        <pc:grpChg chg="del">
          <ac:chgData name="Joko, Masaya (上甲 雅也)" userId="e29bd86f-2f1e-4896-8185-435ab57e70fa" providerId="ADAL" clId="{EC1D8B58-051C-49A9-A789-5C87514585A5}" dt="2022-08-29T12:30:26.220" v="22" actId="165"/>
          <ac:grpSpMkLst>
            <pc:docMk/>
            <pc:sldMk cId="3245149369" sldId="141169095"/>
            <ac:grpSpMk id="12" creationId="{80765E73-14C8-193E-6471-5E20D38E346B}"/>
          </ac:grpSpMkLst>
        </pc:grpChg>
        <pc:grpChg chg="add mod">
          <ac:chgData name="Joko, Masaya (上甲 雅也)" userId="e29bd86f-2f1e-4896-8185-435ab57e70fa" providerId="ADAL" clId="{EC1D8B58-051C-49A9-A789-5C87514585A5}" dt="2022-08-29T12:39:00.913" v="170" actId="1076"/>
          <ac:grpSpMkLst>
            <pc:docMk/>
            <pc:sldMk cId="3245149369" sldId="141169095"/>
            <ac:grpSpMk id="15" creationId="{B0A1743A-DDF1-25BF-4B52-63115B2F89B7}"/>
          </ac:grpSpMkLst>
        </pc:grpChg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725074665" sldId="141169096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046006771" sldId="141169097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959511400" sldId="141169098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454920411" sldId="141169099"/>
        </pc:sldMkLst>
      </pc:sldChg>
    </pc:docChg>
  </pc:docChgLst>
  <pc:docChgLst>
    <pc:chgData name="Ito, Norihiko (伊藤 憲彦)" userId="5a8f3f76-8491-4b6e-9a40-fdada8eb586e" providerId="ADAL" clId="{8388ADEC-D5BD-4913-8FE4-B8D5DAAC6ABD}"/>
    <pc:docChg chg="undo custSel addSld modSld sldOrd">
      <pc:chgData name="Ito, Norihiko (伊藤 憲彦)" userId="5a8f3f76-8491-4b6e-9a40-fdada8eb586e" providerId="ADAL" clId="{8388ADEC-D5BD-4913-8FE4-B8D5DAAC6ABD}" dt="2022-09-04T14:49:04.042" v="999"/>
      <pc:docMkLst>
        <pc:docMk/>
      </pc:docMkLst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60283265" sldId="280"/>
        </pc:sldMkLst>
      </pc:sldChg>
      <pc:sldChg chg="modSp mod">
        <pc:chgData name="Ito, Norihiko (伊藤 憲彦)" userId="5a8f3f76-8491-4b6e-9a40-fdada8eb586e" providerId="ADAL" clId="{8388ADEC-D5BD-4913-8FE4-B8D5DAAC6ABD}" dt="2022-09-04T14:32:50.540" v="6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8388ADEC-D5BD-4913-8FE4-B8D5DAAC6ABD}" dt="2022-09-04T14:32:47.116" v="5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8388ADEC-D5BD-4913-8FE4-B8D5DAAC6ABD}" dt="2022-09-04T14:32:50.540" v="60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8388ADEC-D5BD-4913-8FE4-B8D5DAAC6ABD}" dt="2022-09-04T14:49:04.042" v="999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8388ADEC-D5BD-4913-8FE4-B8D5DAAC6ABD}" dt="2022-09-04T14:49:04.042" v="99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37:08.977" v="175" actId="6549"/>
          <ac:spMkLst>
            <pc:docMk/>
            <pc:sldMk cId="3725738145" sldId="11745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8388ADEC-D5BD-4913-8FE4-B8D5DAAC6ABD}" dt="2022-09-04T14:36:08.581" v="136" actId="404"/>
          <ac:spMkLst>
            <pc:docMk/>
            <pc:sldMk cId="3725738145" sldId="11745"/>
            <ac:spMk id="20" creationId="{DC4C76AB-212C-BF9C-F0BC-45C79012988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882988621" sldId="11747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4031807122" sldId="11749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1134108526" sldId="11750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149854072" sldId="11754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220097685" sldId="1176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971524525" sldId="11769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4113100332" sldId="11770"/>
        </pc:sldMkLst>
      </pc:sldChg>
      <pc:sldChg chg="modSp mod ord">
        <pc:chgData name="Ito, Norihiko (伊藤 憲彦)" userId="5a8f3f76-8491-4b6e-9a40-fdada8eb586e" providerId="ADAL" clId="{8388ADEC-D5BD-4913-8FE4-B8D5DAAC6ABD}" dt="2022-09-04T14:33:53.422" v="67" actId="20577"/>
        <pc:sldMkLst>
          <pc:docMk/>
          <pc:sldMk cId="3325825100" sldId="141169087"/>
        </pc:sldMkLst>
        <pc:spChg chg="mod">
          <ac:chgData name="Ito, Norihiko (伊藤 憲彦)" userId="5a8f3f76-8491-4b6e-9a40-fdada8eb586e" providerId="ADAL" clId="{8388ADEC-D5BD-4913-8FE4-B8D5DAAC6ABD}" dt="2022-09-04T14:33:53.422" v="67" actId="20577"/>
          <ac:spMkLst>
            <pc:docMk/>
            <pc:sldMk cId="3325825100" sldId="141169087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2767880833" sldId="141169088"/>
        </pc:sldMkLst>
      </pc:sldChg>
      <pc:sldChg chg="modSp mod ord">
        <pc:chgData name="Ito, Norihiko (伊藤 憲彦)" userId="5a8f3f76-8491-4b6e-9a40-fdada8eb586e" providerId="ADAL" clId="{8388ADEC-D5BD-4913-8FE4-B8D5DAAC6ABD}" dt="2022-09-04T14:33:47.803" v="65" actId="20577"/>
        <pc:sldMkLst>
          <pc:docMk/>
          <pc:sldMk cId="4091920142" sldId="141169089"/>
        </pc:sldMkLst>
        <pc:spChg chg="mod">
          <ac:chgData name="Ito, Norihiko (伊藤 憲彦)" userId="5a8f3f76-8491-4b6e-9a40-fdada8eb586e" providerId="ADAL" clId="{8388ADEC-D5BD-4913-8FE4-B8D5DAAC6ABD}" dt="2022-09-04T14:33:47.803" v="65" actId="20577"/>
          <ac:spMkLst>
            <pc:docMk/>
            <pc:sldMk cId="4091920142" sldId="141169089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682857187" sldId="141169090"/>
        </pc:sldMkLst>
      </pc:sldChg>
      <pc:sldChg chg="modSp mod">
        <pc:chgData name="Ito, Norihiko (伊藤 憲彦)" userId="5a8f3f76-8491-4b6e-9a40-fdada8eb586e" providerId="ADAL" clId="{8388ADEC-D5BD-4913-8FE4-B8D5DAAC6ABD}" dt="2022-09-04T14:48:36.517" v="968"/>
        <pc:sldMkLst>
          <pc:docMk/>
          <pc:sldMk cId="3351616140" sldId="141169091"/>
        </pc:sldMkLst>
        <pc:spChg chg="mod">
          <ac:chgData name="Ito, Norihiko (伊藤 憲彦)" userId="5a8f3f76-8491-4b6e-9a40-fdada8eb586e" providerId="ADAL" clId="{8388ADEC-D5BD-4913-8FE4-B8D5DAAC6ABD}" dt="2022-09-04T14:48:36.517" v="968"/>
          <ac:spMkLst>
            <pc:docMk/>
            <pc:sldMk cId="3351616140" sldId="141169091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781803556" sldId="141169092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158712742" sldId="141169093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725074665" sldId="141169096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046006771" sldId="14116909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959511400" sldId="141169098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454920411" sldId="141169099"/>
        </pc:sldMkLst>
      </pc:sldChg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03760687" sldId="141169100"/>
        </pc:sldMkLst>
      </pc:sldChg>
      <pc:sldChg chg="modSp add mod">
        <pc:chgData name="Ito, Norihiko (伊藤 憲彦)" userId="5a8f3f76-8491-4b6e-9a40-fdada8eb586e" providerId="ADAL" clId="{8388ADEC-D5BD-4913-8FE4-B8D5DAAC6ABD}" dt="2022-09-04T14:34:53.469" v="93"/>
        <pc:sldMkLst>
          <pc:docMk/>
          <pc:sldMk cId="854311255" sldId="141169103"/>
        </pc:sldMkLst>
        <pc:spChg chg="mod">
          <ac:chgData name="Ito, Norihiko (伊藤 憲彦)" userId="5a8f3f76-8491-4b6e-9a40-fdada8eb586e" providerId="ADAL" clId="{8388ADEC-D5BD-4913-8FE4-B8D5DAAC6ABD}" dt="2022-09-04T14:34:53.469" v="93"/>
          <ac:spMkLst>
            <pc:docMk/>
            <pc:sldMk cId="854311255" sldId="141169103"/>
            <ac:spMk id="2" creationId="{5F3A6C85-BAE8-DBFA-AA2F-41B243558E08}"/>
          </ac:spMkLst>
        </pc:spChg>
      </pc:sldChg>
      <pc:sldChg chg="addSp delSp modSp add mod">
        <pc:chgData name="Ito, Norihiko (伊藤 憲彦)" userId="5a8f3f76-8491-4b6e-9a40-fdada8eb586e" providerId="ADAL" clId="{8388ADEC-D5BD-4913-8FE4-B8D5DAAC6ABD}" dt="2022-09-04T14:48:01.020" v="940" actId="1036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8388ADEC-D5BD-4913-8FE4-B8D5DAAC6ABD}" dt="2022-09-04T14:37:52.821" v="200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47:49.441" v="938" actId="6549"/>
          <ac:spMkLst>
            <pc:docMk/>
            <pc:sldMk cId="502378239" sldId="141169104"/>
            <ac:spMk id="3" creationId="{066CBCDC-9B3E-4A79-A544-DA5F345E8F12}"/>
          </ac:spMkLst>
        </pc:spChg>
        <pc:spChg chg="del mod">
          <ac:chgData name="Ito, Norihiko (伊藤 憲彦)" userId="5a8f3f76-8491-4b6e-9a40-fdada8eb586e" providerId="ADAL" clId="{8388ADEC-D5BD-4913-8FE4-B8D5DAAC6ABD}" dt="2022-09-04T14:43:54.166" v="461" actId="478"/>
          <ac:spMkLst>
            <pc:docMk/>
            <pc:sldMk cId="502378239" sldId="141169104"/>
            <ac:spMk id="7" creationId="{C27A9FAF-D6FF-E756-03B4-F569F39912D6}"/>
          </ac:spMkLst>
        </pc:spChg>
        <pc:spChg chg="del mod">
          <ac:chgData name="Ito, Norihiko (伊藤 憲彦)" userId="5a8f3f76-8491-4b6e-9a40-fdada8eb586e" providerId="ADAL" clId="{8388ADEC-D5BD-4913-8FE4-B8D5DAAC6ABD}" dt="2022-09-04T14:43:57.282" v="462" actId="478"/>
          <ac:spMkLst>
            <pc:docMk/>
            <pc:sldMk cId="502378239" sldId="141169104"/>
            <ac:spMk id="8" creationId="{78906DDC-D9B0-3F98-C1BF-BCD2F328DF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0" creationId="{C04B6C9D-15D3-6627-529B-3193A2B592CB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1" creationId="{4FF595A1-1D31-6E40-506A-4BA3D57C896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4" creationId="{C77D18B2-F7B4-8AF6-248B-192A91AA71F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5" creationId="{98DA5F90-F9DF-5D1A-08D4-03422308DABB}"/>
          </ac:spMkLst>
        </pc:spChg>
        <pc:spChg chg="add 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6" creationId="{0DC6328F-0EC0-52D5-2CB0-09C2FF7B2EFB}"/>
          </ac:spMkLst>
        </pc:spChg>
        <pc:spChg chg="add mod">
          <ac:chgData name="Ito, Norihiko (伊藤 憲彦)" userId="5a8f3f76-8491-4b6e-9a40-fdada8eb586e" providerId="ADAL" clId="{8388ADEC-D5BD-4913-8FE4-B8D5DAAC6ABD}" dt="2022-09-04T14:41:43.597" v="394"/>
          <ac:spMkLst>
            <pc:docMk/>
            <pc:sldMk cId="502378239" sldId="141169104"/>
            <ac:spMk id="37" creationId="{B4FD8DCD-B915-2D76-55C4-314F1E5BA7A7}"/>
          </ac:spMkLst>
        </pc:sp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4" creationId="{BF6A5DDB-AF91-B099-9BDD-084775C2DCEE}"/>
          </ac:cxnSpMkLst>
        </pc:cxnChg>
        <pc:cxnChg chg="add del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2" creationId="{C8D0B01E-7973-3C97-F9F7-2E857EFC4D00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3" creationId="{BC5E9C51-4CC7-1DF6-F6E2-3112754EB310}"/>
          </ac:cxnSpMkLst>
        </pc:cxnChg>
        <pc:cxnChg chg="add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9" creationId="{44667A1D-94FE-FE2D-F24E-B89585C490B1}"/>
          </ac:cxnSpMkLst>
        </pc:cxnChg>
      </pc:sldChg>
    </pc:docChg>
  </pc:docChgLst>
  <pc:docChgLst>
    <pc:chgData name="Joko, Masaya (上甲 雅也)" userId="e29bd86f-2f1e-4896-8185-435ab57e70fa" providerId="ADAL" clId="{F38D7B1D-7848-44F7-81D4-E09A3094D19D}"/>
    <pc:docChg chg="undo custSel modSld">
      <pc:chgData name="Joko, Masaya (上甲 雅也)" userId="e29bd86f-2f1e-4896-8185-435ab57e70fa" providerId="ADAL" clId="{F38D7B1D-7848-44F7-81D4-E09A3094D19D}" dt="2022-08-29T08:06:44.921" v="203" actId="6549"/>
      <pc:docMkLst>
        <pc:docMk/>
      </pc:docMkLst>
      <pc:sldChg chg="modSp mod">
        <pc:chgData name="Joko, Masaya (上甲 雅也)" userId="e29bd86f-2f1e-4896-8185-435ab57e70fa" providerId="ADAL" clId="{F38D7B1D-7848-44F7-81D4-E09A3094D19D}" dt="2022-08-25T06:23:30.386" v="80" actId="20577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F38D7B1D-7848-44F7-81D4-E09A3094D19D}" dt="2022-08-25T06:23:18.289" v="42" actId="20577"/>
          <ac:spMkLst>
            <pc:docMk/>
            <pc:sldMk cId="1699586179" sldId="11742"/>
            <ac:spMk id="6" creationId="{0ACFBD9E-697A-DAB0-AF70-1EE153390270}"/>
          </ac:spMkLst>
        </pc:spChg>
        <pc:spChg chg="mod">
          <ac:chgData name="Joko, Masaya (上甲 雅也)" userId="e29bd86f-2f1e-4896-8185-435ab57e70fa" providerId="ADAL" clId="{F38D7B1D-7848-44F7-81D4-E09A3094D19D}" dt="2022-08-25T06:23:30.386" v="80" actId="20577"/>
          <ac:spMkLst>
            <pc:docMk/>
            <pc:sldMk cId="1699586179" sldId="11742"/>
            <ac:spMk id="7" creationId="{950689DA-922B-C978-7B69-05BF2DE38BF6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8:06:44.921" v="203" actId="6549"/>
        <pc:sldMkLst>
          <pc:docMk/>
          <pc:sldMk cId="3651084524" sldId="11743"/>
        </pc:sldMkLst>
        <pc:spChg chg="mod">
          <ac:chgData name="Joko, Masaya (上甲 雅也)" userId="e29bd86f-2f1e-4896-8185-435ab57e70fa" providerId="ADAL" clId="{F38D7B1D-7848-44F7-81D4-E09A3094D19D}" dt="2022-08-29T08:06:44.921" v="203" actId="6549"/>
          <ac:spMkLst>
            <pc:docMk/>
            <pc:sldMk cId="3651084524" sldId="11743"/>
            <ac:spMk id="24" creationId="{C38FC954-1C70-EC45-5A52-DCCA2BC020DA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2:04:23.651" v="126" actId="1037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Joko, Masaya (上甲 雅也)" userId="e29bd86f-2f1e-4896-8185-435ab57e70fa" providerId="ADAL" clId="{F38D7B1D-7848-44F7-81D4-E09A3094D19D}" dt="2022-08-29T02:04:23.651" v="126" actId="1037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79" creationId="{305BE424-01BB-9158-C3DD-CD4E29558D8F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5T06:24:45.081" v="107" actId="20577"/>
        <pc:sldMkLst>
          <pc:docMk/>
          <pc:sldMk cId="3421046287" sldId="11761"/>
        </pc:sldMkLst>
        <pc:spChg chg="mod">
          <ac:chgData name="Joko, Masaya (上甲 雅也)" userId="e29bd86f-2f1e-4896-8185-435ab57e70fa" providerId="ADAL" clId="{F38D7B1D-7848-44F7-81D4-E09A3094D19D}" dt="2022-08-25T06:24:45.081" v="107" actId="20577"/>
          <ac:spMkLst>
            <pc:docMk/>
            <pc:sldMk cId="3421046287" sldId="11761"/>
            <ac:spMk id="13" creationId="{8500B2B2-1AA7-BDED-0764-E2887168BA8B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8T03:27:03.601" v="122" actId="14100"/>
        <pc:sldMkLst>
          <pc:docMk/>
          <pc:sldMk cId="2626453948" sldId="11766"/>
        </pc:sldMkLst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13" creationId="{7C62F60B-D11C-A53E-865A-3C79188269F9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15" creationId="{9EF0B952-90AF-5417-39EE-1C956B9CA700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16" creationId="{8417E60B-C933-C276-1E24-32974037411D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17" creationId="{94FA4B7B-C428-B83C-26FE-4EAA104671D4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36" creationId="{F92A63FE-E14D-0C25-DA1F-896FB462CC3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37" creationId="{B3F408F5-4D30-377D-DE51-CB4A0C01170E}"/>
          </ac:spMkLst>
        </pc:spChg>
        <pc:spChg chg="mod">
          <ac:chgData name="Joko, Masaya (上甲 雅也)" userId="e29bd86f-2f1e-4896-8185-435ab57e70fa" providerId="ADAL" clId="{F38D7B1D-7848-44F7-81D4-E09A3094D19D}" dt="2022-08-28T03:26:10.882" v="115" actId="12788"/>
          <ac:spMkLst>
            <pc:docMk/>
            <pc:sldMk cId="2626453948" sldId="11766"/>
            <ac:spMk id="38" creationId="{0983F408-98D4-8611-B375-16FE5996EFEA}"/>
          </ac:spMkLst>
        </pc:spChg>
        <pc:spChg chg="mod">
          <ac:chgData name="Joko, Masaya (上甲 雅也)" userId="e29bd86f-2f1e-4896-8185-435ab57e70fa" providerId="ADAL" clId="{F38D7B1D-7848-44F7-81D4-E09A3094D19D}" dt="2022-08-28T03:26:34.213" v="118" actId="12789"/>
          <ac:spMkLst>
            <pc:docMk/>
            <pc:sldMk cId="2626453948" sldId="11766"/>
            <ac:spMk id="39" creationId="{7F198947-A980-4C78-72F6-7051BA45991F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0" creationId="{F168E7DC-8ED5-51E4-61FD-0D164C88F71D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1" creationId="{2C4FE98E-E9B2-F937-FE65-2FA228C55A0D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7" creationId="{B82EDCD9-FC8C-9F73-3575-CE4F4F6398F1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9" creationId="{30243B8D-0AEF-41A8-12FF-D6A7A487BF63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0" creationId="{F7B6BF32-4138-64D5-631F-D5801E103C14}"/>
          </ac:spMkLst>
        </pc:spChg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51" creationId="{D3BD862D-272A-22EE-239C-7FAA2B5D0D1A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2" creationId="{57F5972F-A043-6CC4-7B1E-9C2BD56951DB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3" creationId="{F05C036E-9F0D-B777-904F-0431D82F2C3F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4" creationId="{40984ABE-94D2-1A5E-3B09-E3E91E6BE6F1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56" creationId="{42CB2D08-BFB1-22AA-C14D-A511A80DF5C6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57" creationId="{52397709-C677-E675-593F-8E1F14706217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62" creationId="{2CBCED25-1425-7B04-A39A-AB3BD3F01672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63" creationId="{967D4BA6-14EA-EA0E-DC76-A6F6B468770F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2" creationId="{02954CCC-1ED5-C8D2-FA2A-A3E9D5916F16}"/>
          </ac:spMkLst>
        </pc:spChg>
        <pc:spChg chg="mod">
          <ac:chgData name="Joko, Masaya (上甲 雅也)" userId="e29bd86f-2f1e-4896-8185-435ab57e70fa" providerId="ADAL" clId="{F38D7B1D-7848-44F7-81D4-E09A3094D19D}" dt="2022-08-28T03:26:52.790" v="120" actId="14100"/>
          <ac:spMkLst>
            <pc:docMk/>
            <pc:sldMk cId="2626453948" sldId="11766"/>
            <ac:spMk id="74" creationId="{2A8ED9CB-76FA-0173-8460-BCD3D85CC843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8" creationId="{560BE639-CFAD-100A-6266-D49D2EEE24D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84" creationId="{22994E0A-1708-4CEE-3803-ECF1DD0B3FF4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88" creationId="{664DE542-7633-79DA-C8CE-741A1C90A95D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89" creationId="{CCE5865A-2FF7-01C1-ACD1-270A42BA5C4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0" creationId="{C616342D-7B56-E04F-0E8C-393B9B09505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1" creationId="{D7EC353E-A7AB-8773-B934-DF89288A562B}"/>
          </ac:spMkLst>
        </pc:spChg>
      </pc:sldChg>
    </pc:docChg>
  </pc:docChgLst>
  <pc:docChgLst>
    <pc:chgData name="Ito, Norihiko (伊藤 憲彦)" userId="5a8f3f76-8491-4b6e-9a40-fdada8eb586e" providerId="ADAL" clId="{B2D1CC42-409B-48E9-8EE0-2EDA07A2AFCF}"/>
    <pc:docChg chg="undo custSel addSld delSld modSld sldOrd">
      <pc:chgData name="Ito, Norihiko (伊藤 憲彦)" userId="5a8f3f76-8491-4b6e-9a40-fdada8eb586e" providerId="ADAL" clId="{B2D1CC42-409B-48E9-8EE0-2EDA07A2AFCF}" dt="2022-08-30T05:49:15.080" v="649"/>
      <pc:docMkLst>
        <pc:docMk/>
      </pc:docMkLst>
      <pc:sldChg chg="del">
        <pc:chgData name="Ito, Norihiko (伊藤 憲彦)" userId="5a8f3f76-8491-4b6e-9a40-fdada8eb586e" providerId="ADAL" clId="{B2D1CC42-409B-48E9-8EE0-2EDA07A2AFCF}" dt="2022-08-29T23:07:21.401" v="0" actId="47"/>
        <pc:sldMkLst>
          <pc:docMk/>
          <pc:sldMk cId="1403203540" sldId="258"/>
        </pc:sldMkLst>
      </pc:sldChg>
      <pc:sldChg chg="del">
        <pc:chgData name="Ito, Norihiko (伊藤 憲彦)" userId="5a8f3f76-8491-4b6e-9a40-fdada8eb586e" providerId="ADAL" clId="{B2D1CC42-409B-48E9-8EE0-2EDA07A2AFCF}" dt="2022-08-29T23:07:22.195" v="1" actId="47"/>
        <pc:sldMkLst>
          <pc:docMk/>
          <pc:sldMk cId="4255153750" sldId="259"/>
        </pc:sldMkLst>
      </pc:sldChg>
      <pc:sldChg chg="del">
        <pc:chgData name="Ito, Norihiko (伊藤 憲彦)" userId="5a8f3f76-8491-4b6e-9a40-fdada8eb586e" providerId="ADAL" clId="{B2D1CC42-409B-48E9-8EE0-2EDA07A2AFCF}" dt="2022-08-29T23:07:23.340" v="2" actId="47"/>
        <pc:sldMkLst>
          <pc:docMk/>
          <pc:sldMk cId="3070884858" sldId="260"/>
        </pc:sldMkLst>
      </pc:sldChg>
      <pc:sldChg chg="addSp delSp modSp mod">
        <pc:chgData name="Ito, Norihiko (伊藤 憲彦)" userId="5a8f3f76-8491-4b6e-9a40-fdada8eb586e" providerId="ADAL" clId="{B2D1CC42-409B-48E9-8EE0-2EDA07A2AFCF}" dt="2022-08-30T05:41:43.208" v="617" actId="1076"/>
        <pc:sldMkLst>
          <pc:docMk/>
          <pc:sldMk cId="1487328279" sldId="266"/>
        </pc:sldMkLst>
        <pc:spChg chg="add del mod">
          <ac:chgData name="Ito, Norihiko (伊藤 憲彦)" userId="5a8f3f76-8491-4b6e-9a40-fdada8eb586e" providerId="ADAL" clId="{B2D1CC42-409B-48E9-8EE0-2EDA07A2AFCF}" dt="2022-08-30T05:41:43.208" v="617" actId="1076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">
        <pc:chgData name="Ito, Norihiko (伊藤 憲彦)" userId="5a8f3f76-8491-4b6e-9a40-fdada8eb586e" providerId="ADAL" clId="{B2D1CC42-409B-48E9-8EE0-2EDA07A2AFCF}" dt="2022-08-30T05:46:06.428" v="642"/>
        <pc:sldMkLst>
          <pc:docMk/>
          <pc:sldMk cId="1209839437" sldId="280"/>
        </pc:sldMkLst>
        <pc:spChg chg="mod">
          <ac:chgData name="Ito, Norihiko (伊藤 憲彦)" userId="5a8f3f76-8491-4b6e-9a40-fdada8eb586e" providerId="ADAL" clId="{B2D1CC42-409B-48E9-8EE0-2EDA07A2AFCF}" dt="2022-08-30T05:46:06.428" v="642"/>
          <ac:spMkLst>
            <pc:docMk/>
            <pc:sldMk cId="1209839437" sldId="280"/>
            <ac:spMk id="4" creationId="{3944DD03-7903-44C4-8B28-7576E9273C15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5:49:15.080" v="6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2D1CC42-409B-48E9-8EE0-2EDA07A2AFCF}" dt="2022-08-30T05:49:15.080" v="649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B2D1CC42-409B-48E9-8EE0-2EDA07A2AFCF}" dt="2022-08-30T05:44:24.496" v="641" actId="107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14" creationId="{8EFFE373-B17F-306A-C53C-7644529BE4FC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7" creationId="{E4CD8CD4-3565-6BC7-249D-B3368C460E4E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B2D1CC42-409B-48E9-8EE0-2EDA07A2AFCF}" dt="2022-08-30T05:15:24.992" v="535" actId="6549"/>
          <ac:spMkLst>
            <pc:docMk/>
            <pc:sldMk cId="3725738145" sldId="11745"/>
            <ac:spMk id="19" creationId="{F7D5EF48-0A79-4078-A6C6-BDED4A842599}"/>
          </ac:spMkLst>
        </pc:spChg>
        <pc:spChg chg="mod">
          <ac:chgData name="Ito, Norihiko (伊藤 憲彦)" userId="5a8f3f76-8491-4b6e-9a40-fdada8eb586e" providerId="ADAL" clId="{B2D1CC42-409B-48E9-8EE0-2EDA07A2AFCF}" dt="2022-08-30T02:30:38.920" v="30" actId="555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B2D1CC42-409B-48E9-8EE0-2EDA07A2AFCF}" dt="2022-08-30T02:29:10.240" v="7" actId="553"/>
          <ac:spMkLst>
            <pc:docMk/>
            <pc:sldMk cId="3725738145" sldId="11745"/>
            <ac:spMk id="41" creationId="{D738E891-9D00-7DCB-EE06-6E269E761EDB}"/>
          </ac:spMkLst>
        </pc:spChg>
        <pc:spChg chg="mod">
          <ac:chgData name="Ito, Norihiko (伊藤 憲彦)" userId="5a8f3f76-8491-4b6e-9a40-fdada8eb586e" providerId="ADAL" clId="{B2D1CC42-409B-48E9-8EE0-2EDA07A2AFCF}" dt="2022-08-30T02:30:16.727" v="27" actId="552"/>
          <ac:spMkLst>
            <pc:docMk/>
            <pc:sldMk cId="3725738145" sldId="11745"/>
            <ac:spMk id="44" creationId="{F2FEE7CA-3E24-16DB-FBCC-E64D11697562}"/>
          </ac:spMkLst>
        </pc:spChg>
        <pc:spChg chg="mod">
          <ac:chgData name="Ito, Norihiko (伊藤 憲彦)" userId="5a8f3f76-8491-4b6e-9a40-fdada8eb586e" providerId="ADAL" clId="{B2D1CC42-409B-48E9-8EE0-2EDA07A2AFCF}" dt="2022-08-30T02:29:37.227" v="12" actId="553"/>
          <ac:spMkLst>
            <pc:docMk/>
            <pc:sldMk cId="3725738145" sldId="11745"/>
            <ac:spMk id="46" creationId="{B4D92CCD-9C95-6963-6B67-F056DB40206F}"/>
          </ac:spMkLst>
        </pc:spChg>
        <pc:spChg chg="mod">
          <ac:chgData name="Ito, Norihiko (伊藤 憲彦)" userId="5a8f3f76-8491-4b6e-9a40-fdada8eb586e" providerId="ADAL" clId="{B2D1CC42-409B-48E9-8EE0-2EDA07A2AFCF}" dt="2022-08-30T05:44:24.496" v="641" actId="1076"/>
          <ac:spMkLst>
            <pc:docMk/>
            <pc:sldMk cId="3725738145" sldId="11745"/>
            <ac:spMk id="61" creationId="{7B4BA46A-87E1-2890-2962-CC4C129ED378}"/>
          </ac:spMkLst>
        </pc:spChg>
        <pc:spChg chg="mod">
          <ac:chgData name="Ito, Norihiko (伊藤 憲彦)" userId="5a8f3f76-8491-4b6e-9a40-fdada8eb586e" providerId="ADAL" clId="{B2D1CC42-409B-48E9-8EE0-2EDA07A2AFCF}" dt="2022-08-30T02:29:04.488" v="6" actId="553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B2D1CC42-409B-48E9-8EE0-2EDA07A2AFCF}" dt="2022-08-30T02:29:17.454" v="8" actId="553"/>
          <ac:spMkLst>
            <pc:docMk/>
            <pc:sldMk cId="3725738145" sldId="11745"/>
            <ac:spMk id="85" creationId="{D53171C1-C2BC-3D58-A5DA-C37C1A64F746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2:33:10.507" v="128" actId="113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B2D1CC42-409B-48E9-8EE0-2EDA07A2AFCF}" dt="2022-08-30T02:33:10.507" v="128" actId="113"/>
          <ac:spMkLst>
            <pc:docMk/>
            <pc:sldMk cId="3421046287" sldId="11761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B2D1CC42-409B-48E9-8EE0-2EDA07A2AFCF}" dt="2022-08-30T05:41:22.773" v="612" actId="6549"/>
        <pc:sldMkLst>
          <pc:docMk/>
          <pc:sldMk cId="977846790" sldId="141169094"/>
        </pc:sldMkLst>
        <pc:spChg chg="mod">
          <ac:chgData name="Ito, Norihiko (伊藤 憲彦)" userId="5a8f3f76-8491-4b6e-9a40-fdada8eb586e" providerId="ADAL" clId="{B2D1CC42-409B-48E9-8EE0-2EDA07A2AFCF}" dt="2022-08-30T05:41:22.773" v="612" actId="6549"/>
          <ac:spMkLst>
            <pc:docMk/>
            <pc:sldMk cId="977846790" sldId="14116909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B2D1CC42-409B-48E9-8EE0-2EDA07A2AFCF}" dt="2022-08-30T05:09:44.470" v="525"/>
          <ac:spMkLst>
            <pc:docMk/>
            <pc:sldMk cId="977846790" sldId="141169094"/>
            <ac:spMk id="11" creationId="{A941ED21-60F9-E989-9F99-071D9CAD3F61}"/>
          </ac:spMkLst>
        </pc:spChg>
        <pc:spChg chg="mod">
          <ac:chgData name="Ito, Norihiko (伊藤 憲彦)" userId="5a8f3f76-8491-4b6e-9a40-fdada8eb586e" providerId="ADAL" clId="{B2D1CC42-409B-48E9-8EE0-2EDA07A2AFCF}" dt="2022-08-30T05:09:23.091" v="515"/>
          <ac:spMkLst>
            <pc:docMk/>
            <pc:sldMk cId="977846790" sldId="141169094"/>
            <ac:spMk id="12" creationId="{18165C24-7B7F-3DE2-BAF1-AC0DDCE8E984}"/>
          </ac:spMkLst>
        </pc:spChg>
        <pc:spChg chg="mod">
          <ac:chgData name="Ito, Norihiko (伊藤 憲彦)" userId="5a8f3f76-8491-4b6e-9a40-fdada8eb586e" providerId="ADAL" clId="{B2D1CC42-409B-48E9-8EE0-2EDA07A2AFCF}" dt="2022-08-30T05:09:29.928" v="518"/>
          <ac:spMkLst>
            <pc:docMk/>
            <pc:sldMk cId="977846790" sldId="141169094"/>
            <ac:spMk id="18" creationId="{6377F222-F20A-B631-A60F-6D7E30F62F72}"/>
          </ac:spMkLst>
        </pc:spChg>
        <pc:spChg chg="mod">
          <ac:chgData name="Ito, Norihiko (伊藤 憲彦)" userId="5a8f3f76-8491-4b6e-9a40-fdada8eb586e" providerId="ADAL" clId="{B2D1CC42-409B-48E9-8EE0-2EDA07A2AFCF}" dt="2022-08-30T05:09:51.940" v="528"/>
          <ac:spMkLst>
            <pc:docMk/>
            <pc:sldMk cId="977846790" sldId="141169094"/>
            <ac:spMk id="20" creationId="{B59E5F00-FB65-0673-11B8-8743CFEDA57E}"/>
          </ac:spMkLst>
        </pc:spChg>
        <pc:spChg chg="mod">
          <ac:chgData name="Ito, Norihiko (伊藤 憲彦)" userId="5a8f3f76-8491-4b6e-9a40-fdada8eb586e" providerId="ADAL" clId="{B2D1CC42-409B-48E9-8EE0-2EDA07A2AFCF}" dt="2022-08-30T05:09:34.213" v="521"/>
          <ac:spMkLst>
            <pc:docMk/>
            <pc:sldMk cId="977846790" sldId="141169094"/>
            <ac:spMk id="21" creationId="{C98B876F-21FA-E992-FA49-13934A486998}"/>
          </ac:spMkLst>
        </pc:spChg>
        <pc:spChg chg="mod">
          <ac:chgData name="Ito, Norihiko (伊藤 憲彦)" userId="5a8f3f76-8491-4b6e-9a40-fdada8eb586e" providerId="ADAL" clId="{B2D1CC42-409B-48E9-8EE0-2EDA07A2AFCF}" dt="2022-08-30T05:09:37.054" v="524"/>
          <ac:spMkLst>
            <pc:docMk/>
            <pc:sldMk cId="977846790" sldId="141169094"/>
            <ac:spMk id="22" creationId="{A2A706B5-24EE-3366-1713-1FBC18F41148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5" creationId="{BC3A9C9D-51CF-5AE5-F5F9-9601B6D288C4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6" creationId="{2BB46A05-A800-50AA-ADB4-85523BA777A6}"/>
          </ac:spMkLst>
        </pc:spChg>
        <pc:spChg chg="mod">
          <ac:chgData name="Ito, Norihiko (伊藤 憲彦)" userId="5a8f3f76-8491-4b6e-9a40-fdada8eb586e" providerId="ADAL" clId="{B2D1CC42-409B-48E9-8EE0-2EDA07A2AFCF}" dt="2022-08-30T03:01:25.623" v="429"/>
          <ac:spMkLst>
            <pc:docMk/>
            <pc:sldMk cId="977846790" sldId="141169094"/>
            <ac:spMk id="29" creationId="{4D0BC6A5-C6E9-FF7F-5E49-FD77328E6F67}"/>
          </ac:spMkLst>
        </pc:spChg>
        <pc:spChg chg="mod">
          <ac:chgData name="Ito, Norihiko (伊藤 憲彦)" userId="5a8f3f76-8491-4b6e-9a40-fdada8eb586e" providerId="ADAL" clId="{B2D1CC42-409B-48E9-8EE0-2EDA07A2AFCF}" dt="2022-08-30T02:57:46.240" v="297" actId="20577"/>
          <ac:spMkLst>
            <pc:docMk/>
            <pc:sldMk cId="977846790" sldId="141169094"/>
            <ac:spMk id="43" creationId="{7593F84A-DFB5-3694-CF12-B251BBC6328D}"/>
          </ac:spMkLst>
        </pc:spChg>
        <pc:spChg chg="mod">
          <ac:chgData name="Ito, Norihiko (伊藤 憲彦)" userId="5a8f3f76-8491-4b6e-9a40-fdada8eb586e" providerId="ADAL" clId="{B2D1CC42-409B-48E9-8EE0-2EDA07A2AFCF}" dt="2022-08-30T02:57:02.047" v="294" actId="207"/>
          <ac:spMkLst>
            <pc:docMk/>
            <pc:sldMk cId="977846790" sldId="141169094"/>
            <ac:spMk id="55" creationId="{2003A6A8-49A0-52FE-4ACA-3334DF953663}"/>
          </ac:spMkLst>
        </pc:spChg>
        <pc:spChg chg="del">
          <ac:chgData name="Ito, Norihiko (伊藤 憲彦)" userId="5a8f3f76-8491-4b6e-9a40-fdada8eb586e" providerId="ADAL" clId="{B2D1CC42-409B-48E9-8EE0-2EDA07A2AFCF}" dt="2022-08-30T05:10:10.938" v="529" actId="478"/>
          <ac:spMkLst>
            <pc:docMk/>
            <pc:sldMk cId="977846790" sldId="141169094"/>
            <ac:spMk id="61" creationId="{501BF5DC-DB47-1058-A7B2-27D8D8D7EF7E}"/>
          </ac:spMkLst>
        </pc:spChg>
        <pc:spChg chg="mod">
          <ac:chgData name="Ito, Norihiko (伊藤 憲彦)" userId="5a8f3f76-8491-4b6e-9a40-fdada8eb586e" providerId="ADAL" clId="{B2D1CC42-409B-48E9-8EE0-2EDA07A2AFCF}" dt="2022-08-30T05:41:12.408" v="607" actId="14100"/>
          <ac:spMkLst>
            <pc:docMk/>
            <pc:sldMk cId="977846790" sldId="141169094"/>
            <ac:spMk id="62" creationId="{F6355A10-20C7-590F-9920-EBB8B5B64611}"/>
          </ac:spMkLst>
        </pc:spChg>
      </pc:sldChg>
      <pc:sldChg chg="mod ord modShow">
        <pc:chgData name="Ito, Norihiko (伊藤 憲彦)" userId="5a8f3f76-8491-4b6e-9a40-fdada8eb586e" providerId="ADAL" clId="{B2D1CC42-409B-48E9-8EE0-2EDA07A2AFCF}" dt="2022-08-30T05:41:35.365" v="614"/>
        <pc:sldMkLst>
          <pc:docMk/>
          <pc:sldMk cId="3245149369" sldId="141169095"/>
        </pc:sldMkLst>
      </pc:sldChg>
    </pc:docChg>
  </pc:docChgLst>
  <pc:docChgLst>
    <pc:chgData name="Ito, Norihiko (伊藤 憲彦)" userId="5a8f3f76-8491-4b6e-9a40-fdada8eb586e" providerId="ADAL" clId="{67AEB692-C1E5-4164-B3EC-797F5145DE30}"/>
    <pc:docChg chg="undo redo custSel delSld modSld">
      <pc:chgData name="Ito, Norihiko (伊藤 憲彦)" userId="5a8f3f76-8491-4b6e-9a40-fdada8eb586e" providerId="ADAL" clId="{67AEB692-C1E5-4164-B3EC-797F5145DE30}" dt="2022-08-25T06:54:41.661" v="2195" actId="14100"/>
      <pc:docMkLst>
        <pc:docMk/>
      </pc:docMkLst>
      <pc:sldChg chg="delSp modSp mod">
        <pc:chgData name="Ito, Norihiko (伊藤 憲彦)" userId="5a8f3f76-8491-4b6e-9a40-fdada8eb586e" providerId="ADAL" clId="{67AEB692-C1E5-4164-B3EC-797F5145DE30}" dt="2022-08-25T06:53:53.734" v="2138" actId="1076"/>
        <pc:sldMkLst>
          <pc:docMk/>
          <pc:sldMk cId="1061451054" sldId="273"/>
        </pc:sldMkLst>
        <pc:spChg chg="mod">
          <ac:chgData name="Ito, Norihiko (伊藤 憲彦)" userId="5a8f3f76-8491-4b6e-9a40-fdada8eb586e" providerId="ADAL" clId="{67AEB692-C1E5-4164-B3EC-797F5145DE30}" dt="2022-08-25T06:17:38.595" v="144" actId="6549"/>
          <ac:spMkLst>
            <pc:docMk/>
            <pc:sldMk cId="1061451054" sldId="273"/>
            <ac:spMk id="2" creationId="{74DA7157-83E3-4C31-AD3F-CB90DD2A7DE1}"/>
          </ac:spMkLst>
        </pc:spChg>
        <pc:spChg chg="del">
          <ac:chgData name="Ito, Norihiko (伊藤 憲彦)" userId="5a8f3f76-8491-4b6e-9a40-fdada8eb586e" providerId="ADAL" clId="{67AEB692-C1E5-4164-B3EC-797F5145DE30}" dt="2022-08-25T06:18:18.081" v="164" actId="478"/>
          <ac:spMkLst>
            <pc:docMk/>
            <pc:sldMk cId="1061451054" sldId="273"/>
            <ac:spMk id="3" creationId="{175A9208-B208-88D1-7D20-F024FFADCCF1}"/>
          </ac:spMkLst>
        </pc:spChg>
        <pc:spChg chg="mod">
          <ac:chgData name="Ito, Norihiko (伊藤 憲彦)" userId="5a8f3f76-8491-4b6e-9a40-fdada8eb586e" providerId="ADAL" clId="{67AEB692-C1E5-4164-B3EC-797F5145DE30}" dt="2022-08-25T06:53:53.734" v="2138" actId="1076"/>
          <ac:spMkLst>
            <pc:docMk/>
            <pc:sldMk cId="1061451054" sldId="273"/>
            <ac:spMk id="12" creationId="{FC3E7249-4FBB-C1D6-B947-3D280096346B}"/>
          </ac:spMkLst>
        </pc:spChg>
        <pc:spChg chg="mod">
          <ac:chgData name="Ito, Norihiko (伊藤 憲彦)" userId="5a8f3f76-8491-4b6e-9a40-fdada8eb586e" providerId="ADAL" clId="{67AEB692-C1E5-4164-B3EC-797F5145DE30}" dt="2022-08-25T06:25:34.395" v="574" actId="207"/>
          <ac:spMkLst>
            <pc:docMk/>
            <pc:sldMk cId="1061451054" sldId="273"/>
            <ac:spMk id="13" creationId="{FA098DD7-2984-F931-60CD-3EDF34DDE41E}"/>
          </ac:spMkLst>
        </pc:spChg>
        <pc:spChg chg="mod">
          <ac:chgData name="Ito, Norihiko (伊藤 憲彦)" userId="5a8f3f76-8491-4b6e-9a40-fdada8eb586e" providerId="ADAL" clId="{67AEB692-C1E5-4164-B3EC-797F5145DE30}" dt="2022-08-25T06:23:44.603" v="529" actId="113"/>
          <ac:spMkLst>
            <pc:docMk/>
            <pc:sldMk cId="1061451054" sldId="273"/>
            <ac:spMk id="14" creationId="{7DE3299B-1C38-4F8B-8A8B-9C879FCED374}"/>
          </ac:spMkLst>
        </pc:spChg>
        <pc:spChg chg="mod">
          <ac:chgData name="Ito, Norihiko (伊藤 憲彦)" userId="5a8f3f76-8491-4b6e-9a40-fdada8eb586e" providerId="ADAL" clId="{67AEB692-C1E5-4164-B3EC-797F5145DE30}" dt="2022-08-25T06:53:44.025" v="2137" actId="14100"/>
          <ac:spMkLst>
            <pc:docMk/>
            <pc:sldMk cId="1061451054" sldId="273"/>
            <ac:spMk id="16" creationId="{7DC8AE6C-B979-A681-61D3-86411B8664A6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54:41.661" v="2195" actId="1410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67AEB692-C1E5-4164-B3EC-797F5145DE30}" dt="2022-08-25T06:54:41.661" v="2195" actId="14100"/>
          <ac:spMkLst>
            <pc:docMk/>
            <pc:sldMk cId="3021197836" sldId="11740"/>
            <ac:spMk id="2" creationId="{DB38A33D-A451-4BE5-8C41-DDC62847ADDA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27:39.352" v="683" actId="113"/>
        <pc:sldMkLst>
          <pc:docMk/>
          <pc:sldMk cId="1699586179" sldId="11742"/>
        </pc:sldMkLst>
        <pc:spChg chg="mod">
          <ac:chgData name="Ito, Norihiko (伊藤 憲彦)" userId="5a8f3f76-8491-4b6e-9a40-fdada8eb586e" providerId="ADAL" clId="{67AEB692-C1E5-4164-B3EC-797F5145DE30}" dt="2022-08-25T06:27:39.352" v="683" actId="113"/>
          <ac:spMkLst>
            <pc:docMk/>
            <pc:sldMk cId="1699586179" sldId="11742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67AEB692-C1E5-4164-B3EC-797F5145DE30}" dt="2022-08-25T05:22:43.516" v="123" actId="478"/>
          <ac:spMkLst>
            <pc:docMk/>
            <pc:sldMk cId="1699586179" sldId="11742"/>
            <ac:spMk id="5" creationId="{7CD222D7-1CB2-8890-4502-0BC185B60C30}"/>
          </ac:spMkLst>
        </pc:spChg>
        <pc:spChg chg="del">
          <ac:chgData name="Ito, Norihiko (伊藤 憲彦)" userId="5a8f3f76-8491-4b6e-9a40-fdada8eb586e" providerId="ADAL" clId="{67AEB692-C1E5-4164-B3EC-797F5145DE30}" dt="2022-08-25T06:26:47.456" v="617" actId="478"/>
          <ac:spMkLst>
            <pc:docMk/>
            <pc:sldMk cId="1699586179" sldId="11742"/>
            <ac:spMk id="9" creationId="{CE7E34D7-D7D3-334F-DF6D-3C32D9BE7373}"/>
          </ac:spMkLst>
        </pc:spChg>
        <pc:spChg chg="del">
          <ac:chgData name="Ito, Norihiko (伊藤 憲彦)" userId="5a8f3f76-8491-4b6e-9a40-fdada8eb586e" providerId="ADAL" clId="{67AEB692-C1E5-4164-B3EC-797F5145DE30}" dt="2022-08-25T06:26:51.174" v="618" actId="478"/>
          <ac:spMkLst>
            <pc:docMk/>
            <pc:sldMk cId="1699586179" sldId="11742"/>
            <ac:spMk id="29" creationId="{6BE38166-B61C-3C13-E770-B10A498097A8}"/>
          </ac:spMkLst>
        </pc:spChg>
        <pc:spChg chg="del">
          <ac:chgData name="Ito, Norihiko (伊藤 憲彦)" userId="5a8f3f76-8491-4b6e-9a40-fdada8eb586e" providerId="ADAL" clId="{67AEB692-C1E5-4164-B3EC-797F5145DE30}" dt="2022-08-25T06:26:55.179" v="619" actId="478"/>
          <ac:spMkLst>
            <pc:docMk/>
            <pc:sldMk cId="1699586179" sldId="11742"/>
            <ac:spMk id="30" creationId="{0CA32424-CFFA-9C7F-96BC-ED4FC5A0C7C4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32:47.514" v="939"/>
        <pc:sldMkLst>
          <pc:docMk/>
          <pc:sldMk cId="3651084524" sldId="11743"/>
        </pc:sldMkLst>
        <pc:spChg chg="mod">
          <ac:chgData name="Ito, Norihiko (伊藤 憲彦)" userId="5a8f3f76-8491-4b6e-9a40-fdada8eb586e" providerId="ADAL" clId="{67AEB692-C1E5-4164-B3EC-797F5145DE30}" dt="2022-08-25T06:32:47.514" v="939"/>
          <ac:spMkLst>
            <pc:docMk/>
            <pc:sldMk cId="3651084524" sldId="11743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28:19.339" v="705"/>
          <ac:spMkLst>
            <pc:docMk/>
            <pc:sldMk cId="3651084524" sldId="11743"/>
            <ac:spMk id="5" creationId="{98467834-2D31-A07C-502A-1C7E6F94D184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51:27.493" v="2046" actId="2057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67AEB692-C1E5-4164-B3EC-797F5145DE30}" dt="2022-08-25T06:48:12.808" v="1836"/>
          <ac:spMkLst>
            <pc:docMk/>
            <pc:sldMk cId="3725738145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15" creationId="{347DAD2F-07BA-4319-29C7-1357F3557AFD}"/>
          </ac:spMkLst>
        </pc:spChg>
        <pc:spChg chg="add mod">
          <ac:chgData name="Ito, Norihiko (伊藤 憲彦)" userId="5a8f3f76-8491-4b6e-9a40-fdada8eb586e" providerId="ADAL" clId="{67AEB692-C1E5-4164-B3EC-797F5145DE30}" dt="2022-08-25T06:46:40.391" v="1627"/>
          <ac:spMkLst>
            <pc:docMk/>
            <pc:sldMk cId="3725738145" sldId="11745"/>
            <ac:spMk id="17" creationId="{E4CD8CD4-3565-6BC7-249D-B3368C460E4E}"/>
          </ac:spMkLst>
        </pc:spChg>
        <pc:spChg chg="add mod">
          <ac:chgData name="Ito, Norihiko (伊藤 憲彦)" userId="5a8f3f76-8491-4b6e-9a40-fdada8eb586e" providerId="ADAL" clId="{67AEB692-C1E5-4164-B3EC-797F5145DE30}" dt="2022-08-25T06:46:46.208" v="1638" actId="20577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67AEB692-C1E5-4164-B3EC-797F5145DE30}" dt="2022-08-25T06:40:35.717" v="1392"/>
          <ac:spMkLst>
            <pc:docMk/>
            <pc:sldMk cId="3725738145" sldId="11745"/>
            <ac:spMk id="22" creationId="{D204425F-D166-1C1F-52F0-DEB0CB105946}"/>
          </ac:spMkLst>
        </pc:spChg>
        <pc:spChg chg="add mod">
          <ac:chgData name="Ito, Norihiko (伊藤 憲彦)" userId="5a8f3f76-8491-4b6e-9a40-fdada8eb586e" providerId="ADAL" clId="{67AEB692-C1E5-4164-B3EC-797F5145DE30}" dt="2022-08-25T06:42:45.632" v="1457" actId="14100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67AEB692-C1E5-4164-B3EC-797F5145DE30}" dt="2022-08-25T06:44:06.985" v="1480" actId="403"/>
          <ac:spMkLst>
            <pc:docMk/>
            <pc:sldMk cId="3725738145" sldId="11745"/>
            <ac:spMk id="57" creationId="{5961FCC7-AAF3-2D82-EDBA-21DF8A3B7A6C}"/>
          </ac:spMkLst>
        </pc:spChg>
        <pc:spChg chg="mod">
          <ac:chgData name="Ito, Norihiko (伊藤 憲彦)" userId="5a8f3f76-8491-4b6e-9a40-fdada8eb586e" providerId="ADAL" clId="{67AEB692-C1E5-4164-B3EC-797F5145DE30}" dt="2022-08-25T06:44:18.453" v="1481" actId="14100"/>
          <ac:spMkLst>
            <pc:docMk/>
            <pc:sldMk cId="3725738145" sldId="11745"/>
            <ac:spMk id="60" creationId="{9536E5B0-87A4-08D1-9C6B-908CF71CC1E6}"/>
          </ac:spMkLst>
        </pc:spChg>
        <pc:spChg chg="del mod">
          <ac:chgData name="Ito, Norihiko (伊藤 憲彦)" userId="5a8f3f76-8491-4b6e-9a40-fdada8eb586e" providerId="ADAL" clId="{67AEB692-C1E5-4164-B3EC-797F5145DE30}" dt="2022-08-25T06:43:43.651" v="1465" actId="478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Ito, Norihiko (伊藤 憲彦)" userId="5a8f3f76-8491-4b6e-9a40-fdada8eb586e" providerId="ADAL" clId="{67AEB692-C1E5-4164-B3EC-797F5145DE30}" dt="2022-08-25T06:43:12.960" v="1461" actId="14100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67AEB692-C1E5-4164-B3EC-797F5145DE30}" dt="2022-08-25T06:43:58.522" v="1479" actId="6549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67AEB692-C1E5-4164-B3EC-797F5145DE30}" dt="2022-08-25T06:51:20.140" v="2043"/>
          <ac:spMkLst>
            <pc:docMk/>
            <pc:sldMk cId="3725738145" sldId="11745"/>
            <ac:spMk id="77" creationId="{65BDC232-48B8-A8B2-23C6-9191C1D55CEB}"/>
          </ac:spMkLst>
        </pc:spChg>
        <pc:spChg chg="del mod">
          <ac:chgData name="Ito, Norihiko (伊藤 憲彦)" userId="5a8f3f76-8491-4b6e-9a40-fdada8eb586e" providerId="ADAL" clId="{67AEB692-C1E5-4164-B3EC-797F5145DE30}" dt="2022-08-25T06:40:56.152" v="1396" actId="478"/>
          <ac:spMkLst>
            <pc:docMk/>
            <pc:sldMk cId="3725738145" sldId="11745"/>
            <ac:spMk id="79" creationId="{305BE424-01BB-9158-C3DD-CD4E29558D8F}"/>
          </ac:spMkLst>
        </pc:spChg>
        <pc:spChg chg="mod">
          <ac:chgData name="Ito, Norihiko (伊藤 憲彦)" userId="5a8f3f76-8491-4b6e-9a40-fdada8eb586e" providerId="ADAL" clId="{67AEB692-C1E5-4164-B3EC-797F5145DE30}" dt="2022-08-25T06:42:53.335" v="1459" actId="554"/>
          <ac:spMkLst>
            <pc:docMk/>
            <pc:sldMk cId="3725738145" sldId="11745"/>
            <ac:spMk id="93" creationId="{0B63CBF3-AD9A-DF8C-648B-A4B5465613AB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94" creationId="{6305922F-A910-E851-E7C9-9DFAB0CFE39D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96" creationId="{047930A5-60CC-5BC3-DFFA-39B9E2916265}"/>
          </ac:spMkLst>
        </pc:spChg>
        <pc:spChg chg="mod">
          <ac:chgData name="Ito, Norihiko (伊藤 憲彦)" userId="5a8f3f76-8491-4b6e-9a40-fdada8eb586e" providerId="ADAL" clId="{67AEB692-C1E5-4164-B3EC-797F5145DE30}" dt="2022-08-25T06:51:27.493" v="2046" actId="20577"/>
          <ac:spMkLst>
            <pc:docMk/>
            <pc:sldMk cId="3725738145" sldId="11745"/>
            <ac:spMk id="99" creationId="{5D5D7A2C-E65F-F148-CF8C-9556EC777D39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101" creationId="{930DBEF3-FD96-3F4B-1735-7E10C8D57D70}"/>
          </ac:spMkLst>
        </pc:spChg>
        <pc:cxnChg chg="mod">
          <ac:chgData name="Ito, Norihiko (伊藤 憲彦)" userId="5a8f3f76-8491-4b6e-9a40-fdada8eb586e" providerId="ADAL" clId="{67AEB692-C1E5-4164-B3EC-797F5145DE30}" dt="2022-08-25T06:40:30.360" v="1390" actId="14100"/>
          <ac:cxnSpMkLst>
            <pc:docMk/>
            <pc:sldMk cId="3725738145" sldId="11745"/>
            <ac:cxnSpMk id="16" creationId="{3924E7C1-DECF-5B61-7355-E7F5E019FC23}"/>
          </ac:cxnSpMkLst>
        </pc:cxnChg>
        <pc:cxnChg chg="mod">
          <ac:chgData name="Ito, Norihiko (伊藤 憲彦)" userId="5a8f3f76-8491-4b6e-9a40-fdada8eb586e" providerId="ADAL" clId="{67AEB692-C1E5-4164-B3EC-797F5145DE30}" dt="2022-08-25T06:45:51.959" v="1611" actId="552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delSp modSp mod">
        <pc:chgData name="Ito, Norihiko (伊藤 憲彦)" userId="5a8f3f76-8491-4b6e-9a40-fdada8eb586e" providerId="ADAL" clId="{67AEB692-C1E5-4164-B3EC-797F5145DE30}" dt="2022-08-25T06:17:47.953" v="163" actId="6549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67AEB692-C1E5-4164-B3EC-797F5145DE30}" dt="2022-08-25T06:17:47.953" v="163" actId="6549"/>
          <ac:spMkLst>
            <pc:docMk/>
            <pc:sldMk cId="3421046287" sldId="1176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67AEB692-C1E5-4164-B3EC-797F5145DE30}" dt="2022-08-25T05:21:33.854" v="42"/>
          <ac:spMkLst>
            <pc:docMk/>
            <pc:sldMk cId="3421046287" sldId="11761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67AEB692-C1E5-4164-B3EC-797F5145DE30}" dt="2022-08-25T05:21:45.397" v="43" actId="478"/>
          <ac:spMkLst>
            <pc:docMk/>
            <pc:sldMk cId="3421046287" sldId="11761"/>
            <ac:spMk id="4" creationId="{2C4FD387-B15A-83F2-89F0-233631D3EB5D}"/>
          </ac:spMkLst>
        </pc:spChg>
        <pc:spChg chg="mod">
          <ac:chgData name="Ito, Norihiko (伊藤 憲彦)" userId="5a8f3f76-8491-4b6e-9a40-fdada8eb586e" providerId="ADAL" clId="{67AEB692-C1E5-4164-B3EC-797F5145DE30}" dt="2022-08-25T05:22:00.983" v="82" actId="6549"/>
          <ac:spMkLst>
            <pc:docMk/>
            <pc:sldMk cId="3421046287" sldId="11761"/>
            <ac:spMk id="14" creationId="{B59407E3-3F1B-F6C1-23DD-A1243C29BEB6}"/>
          </ac:spMkLst>
        </pc:spChg>
        <pc:spChg chg="del">
          <ac:chgData name="Ito, Norihiko (伊藤 憲彦)" userId="5a8f3f76-8491-4b6e-9a40-fdada8eb586e" providerId="ADAL" clId="{67AEB692-C1E5-4164-B3EC-797F5145DE30}" dt="2022-08-25T05:22:08.688" v="83" actId="478"/>
          <ac:spMkLst>
            <pc:docMk/>
            <pc:sldMk cId="3421046287" sldId="11761"/>
            <ac:spMk id="18" creationId="{59A05958-0B74-46C0-E3FA-A0E59AEBFB1B}"/>
          </ac:spMkLst>
        </pc:spChg>
        <pc:spChg chg="del">
          <ac:chgData name="Ito, Norihiko (伊藤 憲彦)" userId="5a8f3f76-8491-4b6e-9a40-fdada8eb586e" providerId="ADAL" clId="{67AEB692-C1E5-4164-B3EC-797F5145DE30}" dt="2022-08-25T05:20:25.057" v="0" actId="478"/>
          <ac:spMkLst>
            <pc:docMk/>
            <pc:sldMk cId="3421046287" sldId="11761"/>
            <ac:spMk id="19" creationId="{1262B23C-6C53-FF1C-F471-2CFCA2B6D790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28:51.688" v="711" actId="20577"/>
        <pc:sldMkLst>
          <pc:docMk/>
          <pc:sldMk cId="2626453948" sldId="11766"/>
        </pc:sldMkLst>
        <pc:spChg chg="mod">
          <ac:chgData name="Ito, Norihiko (伊藤 憲彦)" userId="5a8f3f76-8491-4b6e-9a40-fdada8eb586e" providerId="ADAL" clId="{67AEB692-C1E5-4164-B3EC-797F5145DE30}" dt="2022-08-25T06:28:51.688" v="711" actId="20577"/>
          <ac:spMkLst>
            <pc:docMk/>
            <pc:sldMk cId="2626453948" sldId="11766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67AEB692-C1E5-4164-B3EC-797F5145DE30}" dt="2022-08-25T06:28:28.239" v="706" actId="47"/>
        <pc:sldMkLst>
          <pc:docMk/>
          <pc:sldMk cId="3092888713" sldId="141169094"/>
        </pc:sldMkLst>
      </pc:sldChg>
    </pc:docChg>
  </pc:docChgLst>
  <pc:docChgLst>
    <pc:chgData name="Masuda, Isamu (増田 勇)" userId="d3e5b3f7-6854-418d-836d-cdbffc4e55c6" providerId="ADAL" clId="{E15070D2-3BE1-49F4-9153-ADA19D28C9B0}"/>
    <pc:docChg chg="undo custSel addSld delSld modSld sldOrd">
      <pc:chgData name="Masuda, Isamu (増田 勇)" userId="d3e5b3f7-6854-418d-836d-cdbffc4e55c6" providerId="ADAL" clId="{E15070D2-3BE1-49F4-9153-ADA19D28C9B0}" dt="2023-07-19T06:42:11.285" v="4257" actId="20577"/>
      <pc:docMkLst>
        <pc:docMk/>
      </pc:docMkLst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487328279" sldId="26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82802603" sldId="271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021197836" sldId="11740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99012383" sldId="141169122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145682042" sldId="14116912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446366900" sldId="14116913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68518305" sldId="14116913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962478445" sldId="14116913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0275054" sldId="14116913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004396583" sldId="14116913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416382551" sldId="14116913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62074625" sldId="141169139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06799584" sldId="14116914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73813829" sldId="14116914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40469262" sldId="14116914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2509132" sldId="14116914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68210700" sldId="14116914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280696005" sldId="141169147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04347090" sldId="14116914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58688661" sldId="14116915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708712771" sldId="14116915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74738585" sldId="14116915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883611894" sldId="14116915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735648938" sldId="14116915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91190688" sldId="141169156"/>
        </pc:sldMkLst>
      </pc:sldChg>
      <pc:sldChg chg="addSp delSp modSp new add del mod ord">
        <pc:chgData name="Masuda, Isamu (増田 勇)" userId="d3e5b3f7-6854-418d-836d-cdbffc4e55c6" providerId="ADAL" clId="{E15070D2-3BE1-49F4-9153-ADA19D28C9B0}" dt="2023-07-19T06:41:13.845" v="4221" actId="47"/>
        <pc:sldMkLst>
          <pc:docMk/>
          <pc:sldMk cId="3778490296" sldId="141169157"/>
        </pc:sldMkLst>
        <pc:spChg chg="mod">
          <ac:chgData name="Masuda, Isamu (増田 勇)" userId="d3e5b3f7-6854-418d-836d-cdbffc4e55c6" providerId="ADAL" clId="{E15070D2-3BE1-49F4-9153-ADA19D28C9B0}" dt="2023-07-18T04:31:21.311" v="51" actId="20577"/>
          <ac:spMkLst>
            <pc:docMk/>
            <pc:sldMk cId="3778490296" sldId="141169157"/>
            <ac:spMk id="2" creationId="{953D6826-C962-299E-28EF-0873866F9847}"/>
          </ac:spMkLst>
        </pc:spChg>
        <pc:spChg chg="del">
          <ac:chgData name="Masuda, Isamu (増田 勇)" userId="d3e5b3f7-6854-418d-836d-cdbffc4e55c6" providerId="ADAL" clId="{E15070D2-3BE1-49F4-9153-ADA19D28C9B0}" dt="2023-07-18T04:31:24.777" v="52" actId="478"/>
          <ac:spMkLst>
            <pc:docMk/>
            <pc:sldMk cId="3778490296" sldId="141169157"/>
            <ac:spMk id="3" creationId="{07754ECA-F4F1-08F2-7B8A-13A00F05BE58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4" creationId="{FAA48959-1C88-FD1F-BA0F-8AB37E81C7FC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5" creationId="{A4560605-5C75-FBB7-DB01-9709432357B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6" creationId="{741128E3-26F8-C561-D11C-59C4CF96ABC3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8" creationId="{F8A58039-A281-2185-F9EC-9EC8AFB1A6B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9" creationId="{84982FCB-2A88-4516-B376-E5AAF7CDEE53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0" creationId="{5FD46B09-CD90-564B-F3F1-594DE8B19CB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1" creationId="{80C019C2-1412-085E-F93B-21EA3EE4673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2" creationId="{C6969CEB-A1D1-A79A-B552-F55390E78044}"/>
          </ac:spMkLst>
        </pc:spChg>
        <pc:spChg chg="add mod">
          <ac:chgData name="Masuda, Isamu (増田 勇)" userId="d3e5b3f7-6854-418d-836d-cdbffc4e55c6" providerId="ADAL" clId="{E15070D2-3BE1-49F4-9153-ADA19D28C9B0}" dt="2023-07-18T04:38:55.638" v="743" actId="20577"/>
          <ac:spMkLst>
            <pc:docMk/>
            <pc:sldMk cId="3778490296" sldId="141169157"/>
            <ac:spMk id="13" creationId="{0528C10F-9733-F056-0A71-E5B6C736544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4" creationId="{355F2CB7-8074-CB5A-58E7-ECD664B3C67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5" creationId="{0C4867C2-2C6C-C608-D292-68B680A9F0FF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6" creationId="{02E73BDB-E5AB-C382-484A-C7695375CED1}"/>
          </ac:spMkLst>
        </pc:spChg>
        <pc:grpChg chg="add del mod">
          <ac:chgData name="Masuda, Isamu (増田 勇)" userId="d3e5b3f7-6854-418d-836d-cdbffc4e55c6" providerId="ADAL" clId="{E15070D2-3BE1-49F4-9153-ADA19D28C9B0}" dt="2023-07-18T04:31:51.336" v="72" actId="165"/>
          <ac:grpSpMkLst>
            <pc:docMk/>
            <pc:sldMk cId="3778490296" sldId="141169157"/>
            <ac:grpSpMk id="7" creationId="{3B702AA2-7507-7439-D592-A0D2E0169BDF}"/>
          </ac:grpSpMkLst>
        </pc:grpChg>
        <pc:grpChg chg="add del mod">
          <ac:chgData name="Masuda, Isamu (増田 勇)" userId="d3e5b3f7-6854-418d-836d-cdbffc4e55c6" providerId="ADAL" clId="{E15070D2-3BE1-49F4-9153-ADA19D28C9B0}" dt="2023-07-18T04:36:58.671" v="502" actId="165"/>
          <ac:grpSpMkLst>
            <pc:docMk/>
            <pc:sldMk cId="3778490296" sldId="141169157"/>
            <ac:grpSpMk id="17" creationId="{00E1AE7A-DE19-6C83-4297-A865DA0A48B8}"/>
          </ac:grpSpMkLst>
        </pc:grpChg>
        <pc:grpChg chg="add del mod">
          <ac:chgData name="Masuda, Isamu (増田 勇)" userId="d3e5b3f7-6854-418d-836d-cdbffc4e55c6" providerId="ADAL" clId="{E15070D2-3BE1-49F4-9153-ADA19D28C9B0}" dt="2023-07-18T04:38:45.215" v="725" actId="165"/>
          <ac:grpSpMkLst>
            <pc:docMk/>
            <pc:sldMk cId="3778490296" sldId="141169157"/>
            <ac:grpSpMk id="18" creationId="{06405B49-80D6-F1AF-775B-EFA86E5BA8BD}"/>
          </ac:grpSpMkLst>
        </pc:grpChg>
      </pc:sldChg>
      <pc:sldChg chg="addSp delSp modSp new del mod">
        <pc:chgData name="Masuda, Isamu (増田 勇)" userId="d3e5b3f7-6854-418d-836d-cdbffc4e55c6" providerId="ADAL" clId="{E15070D2-3BE1-49F4-9153-ADA19D28C9B0}" dt="2023-07-18T10:18:00.146" v="3485" actId="47"/>
        <pc:sldMkLst>
          <pc:docMk/>
          <pc:sldMk cId="1211717876" sldId="141169158"/>
        </pc:sldMkLst>
        <pc:spChg chg="mod">
          <ac:chgData name="Masuda, Isamu (増田 勇)" userId="d3e5b3f7-6854-418d-836d-cdbffc4e55c6" providerId="ADAL" clId="{E15070D2-3BE1-49F4-9153-ADA19D28C9B0}" dt="2023-07-18T08:58:23.603" v="789" actId="27636"/>
          <ac:spMkLst>
            <pc:docMk/>
            <pc:sldMk cId="1211717876" sldId="141169158"/>
            <ac:spMk id="2" creationId="{C56C9D04-F6FB-C6FD-61C6-79613021E6E7}"/>
          </ac:spMkLst>
        </pc:spChg>
        <pc:spChg chg="del">
          <ac:chgData name="Masuda, Isamu (増田 勇)" userId="d3e5b3f7-6854-418d-836d-cdbffc4e55c6" providerId="ADAL" clId="{E15070D2-3BE1-49F4-9153-ADA19D28C9B0}" dt="2023-07-18T08:58:26.068" v="790" actId="478"/>
          <ac:spMkLst>
            <pc:docMk/>
            <pc:sldMk cId="1211717876" sldId="141169158"/>
            <ac:spMk id="3" creationId="{276F29D6-640C-178C-0BB1-372B1A1B5265}"/>
          </ac:spMkLst>
        </pc:spChg>
        <pc:spChg chg="add mod">
          <ac:chgData name="Masuda, Isamu (増田 勇)" userId="d3e5b3f7-6854-418d-836d-cdbffc4e55c6" providerId="ADAL" clId="{E15070D2-3BE1-49F4-9153-ADA19D28C9B0}" dt="2023-07-18T09:15:33.591" v="2155" actId="1076"/>
          <ac:spMkLst>
            <pc:docMk/>
            <pc:sldMk cId="1211717876" sldId="141169158"/>
            <ac:spMk id="4" creationId="{29EE8CBF-0523-10CE-21E6-4A36413EB2EC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5" creationId="{57FA7C76-5412-107D-6E49-AD6A7BE27C1B}"/>
          </ac:spMkLst>
        </pc:spChg>
        <pc:spChg chg="add mod">
          <ac:chgData name="Masuda, Isamu (増田 勇)" userId="d3e5b3f7-6854-418d-836d-cdbffc4e55c6" providerId="ADAL" clId="{E15070D2-3BE1-49F4-9153-ADA19D28C9B0}" dt="2023-07-18T09:09:13.042" v="1795" actId="14100"/>
          <ac:spMkLst>
            <pc:docMk/>
            <pc:sldMk cId="1211717876" sldId="141169158"/>
            <ac:spMk id="6" creationId="{67C31AD7-2B29-CC92-04B0-C564C9DAF26A}"/>
          </ac:spMkLst>
        </pc:spChg>
        <pc:spChg chg="add mod">
          <ac:chgData name="Masuda, Isamu (増田 勇)" userId="d3e5b3f7-6854-418d-836d-cdbffc4e55c6" providerId="ADAL" clId="{E15070D2-3BE1-49F4-9153-ADA19D28C9B0}" dt="2023-07-18T09:27:07.730" v="2420" actId="1076"/>
          <ac:spMkLst>
            <pc:docMk/>
            <pc:sldMk cId="1211717876" sldId="141169158"/>
            <ac:spMk id="7" creationId="{79CFF24E-0C4C-CD69-8098-5A1FB47249F8}"/>
          </ac:spMkLst>
        </pc:spChg>
        <pc:spChg chg="add del mod">
          <ac:chgData name="Masuda, Isamu (増田 勇)" userId="d3e5b3f7-6854-418d-836d-cdbffc4e55c6" providerId="ADAL" clId="{E15070D2-3BE1-49F4-9153-ADA19D28C9B0}" dt="2023-07-18T09:03:19.592" v="1373" actId="478"/>
          <ac:spMkLst>
            <pc:docMk/>
            <pc:sldMk cId="1211717876" sldId="141169158"/>
            <ac:spMk id="8" creationId="{5BF48D7A-2112-8E6B-69A4-15984A2526BD}"/>
          </ac:spMkLst>
        </pc:spChg>
        <pc:spChg chg="add del mod">
          <ac:chgData name="Masuda, Isamu (増田 勇)" userId="d3e5b3f7-6854-418d-836d-cdbffc4e55c6" providerId="ADAL" clId="{E15070D2-3BE1-49F4-9153-ADA19D28C9B0}" dt="2023-07-18T09:03:18.805" v="1372" actId="478"/>
          <ac:spMkLst>
            <pc:docMk/>
            <pc:sldMk cId="1211717876" sldId="141169158"/>
            <ac:spMk id="9" creationId="{1FA82B05-3A6D-565A-D3EC-A4366EE25131}"/>
          </ac:spMkLst>
        </pc:spChg>
        <pc:spChg chg="add mod">
          <ac:chgData name="Masuda, Isamu (増田 勇)" userId="d3e5b3f7-6854-418d-836d-cdbffc4e55c6" providerId="ADAL" clId="{E15070D2-3BE1-49F4-9153-ADA19D28C9B0}" dt="2023-07-18T09:27:02.969" v="2417" actId="1076"/>
          <ac:spMkLst>
            <pc:docMk/>
            <pc:sldMk cId="1211717876" sldId="141169158"/>
            <ac:spMk id="10" creationId="{12516356-18B9-6D65-D0AD-11F2DCCBE727}"/>
          </ac:spMkLst>
        </pc:spChg>
        <pc:spChg chg="add del mod">
          <ac:chgData name="Masuda, Isamu (増田 勇)" userId="d3e5b3f7-6854-418d-836d-cdbffc4e55c6" providerId="ADAL" clId="{E15070D2-3BE1-49F4-9153-ADA19D28C9B0}" dt="2023-07-18T09:09:23.748" v="1797" actId="478"/>
          <ac:spMkLst>
            <pc:docMk/>
            <pc:sldMk cId="1211717876" sldId="141169158"/>
            <ac:spMk id="11" creationId="{0AF17628-39FA-D40C-3B7F-618FCBA7F6F1}"/>
          </ac:spMkLst>
        </pc:spChg>
        <pc:spChg chg="add mod">
          <ac:chgData name="Masuda, Isamu (増田 勇)" userId="d3e5b3f7-6854-418d-836d-cdbffc4e55c6" providerId="ADAL" clId="{E15070D2-3BE1-49F4-9153-ADA19D28C9B0}" dt="2023-07-18T09:18:11.117" v="2267" actId="1076"/>
          <ac:spMkLst>
            <pc:docMk/>
            <pc:sldMk cId="1211717876" sldId="141169158"/>
            <ac:spMk id="23" creationId="{0EA2C6A6-9B39-0B01-FAB1-DE3B45F8A44D}"/>
          </ac:spMkLst>
        </pc:spChg>
        <pc:spChg chg="add del mod">
          <ac:chgData name="Masuda, Isamu (増田 勇)" userId="d3e5b3f7-6854-418d-836d-cdbffc4e55c6" providerId="ADAL" clId="{E15070D2-3BE1-49F4-9153-ADA19D28C9B0}" dt="2023-07-18T09:20:21.004" v="2402" actId="478"/>
          <ac:spMkLst>
            <pc:docMk/>
            <pc:sldMk cId="1211717876" sldId="141169158"/>
            <ac:spMk id="32" creationId="{BF4A5D2A-0D9E-65D3-6841-CD6E3B9B8CBD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43" creationId="{5AF10E94-4E58-237D-67BF-5254269449B7}"/>
          </ac:spMkLst>
        </pc:spChg>
        <pc:spChg chg="add mod">
          <ac:chgData name="Masuda, Isamu (増田 勇)" userId="d3e5b3f7-6854-418d-836d-cdbffc4e55c6" providerId="ADAL" clId="{E15070D2-3BE1-49F4-9153-ADA19D28C9B0}" dt="2023-07-18T09:27:20.687" v="2424" actId="571"/>
          <ac:spMkLst>
            <pc:docMk/>
            <pc:sldMk cId="1211717876" sldId="141169158"/>
            <ac:spMk id="78" creationId="{1F283161-67DD-5E56-5BB4-CF4E4207B321}"/>
          </ac:spMkLst>
        </pc:sp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13" creationId="{A5BB1377-DAA9-80AD-D117-EE0FC8C77D5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15" creationId="{0B76AC49-0043-F5DD-9603-218B1CDFDA92}"/>
          </ac:cxnSpMkLst>
        </pc:cxnChg>
        <pc:cxnChg chg="add del mod">
          <ac:chgData name="Masuda, Isamu (増田 勇)" userId="d3e5b3f7-6854-418d-836d-cdbffc4e55c6" providerId="ADAL" clId="{E15070D2-3BE1-49F4-9153-ADA19D28C9B0}" dt="2023-07-18T09:20:23.583" v="2403" actId="478"/>
          <ac:cxnSpMkLst>
            <pc:docMk/>
            <pc:sldMk cId="1211717876" sldId="141169158"/>
            <ac:cxnSpMk id="24" creationId="{DE909F62-2596-B921-F5E5-1BA0416BFAF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33" creationId="{C56C0034-26E4-875D-CBD8-0B4F48217ED6}"/>
          </ac:cxnSpMkLst>
        </pc:cxnChg>
        <pc:cxnChg chg="add mod">
          <ac:chgData name="Masuda, Isamu (増田 勇)" userId="d3e5b3f7-6854-418d-836d-cdbffc4e55c6" providerId="ADAL" clId="{E15070D2-3BE1-49F4-9153-ADA19D28C9B0}" dt="2023-07-18T09:27:02.969" v="2417" actId="1076"/>
          <ac:cxnSpMkLst>
            <pc:docMk/>
            <pc:sldMk cId="1211717876" sldId="141169158"/>
            <ac:cxnSpMk id="44" creationId="{A8A12616-B30B-C8E6-30A5-BF0479781817}"/>
          </ac:cxnSpMkLst>
        </pc:cxnChg>
        <pc:cxnChg chg="add del mod">
          <ac:chgData name="Masuda, Isamu (増田 勇)" userId="d3e5b3f7-6854-418d-836d-cdbffc4e55c6" providerId="ADAL" clId="{E15070D2-3BE1-49F4-9153-ADA19D28C9B0}" dt="2023-07-18T09:17:56.679" v="2265" actId="478"/>
          <ac:cxnSpMkLst>
            <pc:docMk/>
            <pc:sldMk cId="1211717876" sldId="141169158"/>
            <ac:cxnSpMk id="49" creationId="{A99B4B5B-2E72-A423-68CF-1D7D80E412E9}"/>
          </ac:cxnSpMkLst>
        </pc:cxnChg>
        <pc:cxnChg chg="add mod">
          <ac:chgData name="Masuda, Isamu (増田 勇)" userId="d3e5b3f7-6854-418d-836d-cdbffc4e55c6" providerId="ADAL" clId="{E15070D2-3BE1-49F4-9153-ADA19D28C9B0}" dt="2023-07-18T09:20:21.004" v="2402" actId="478"/>
          <ac:cxnSpMkLst>
            <pc:docMk/>
            <pc:sldMk cId="1211717876" sldId="141169158"/>
            <ac:cxnSpMk id="55" creationId="{785A40A0-C267-634B-DF0C-4D242BADF5B6}"/>
          </ac:cxnSpMkLst>
        </pc:cxn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58" creationId="{9BB355A3-C4B8-0DD6-38FA-A5C6918A35D3}"/>
          </ac:cxnSpMkLst>
        </pc:cxnChg>
      </pc:sldChg>
      <pc:sldChg chg="addSp delSp modSp new mod">
        <pc:chgData name="Masuda, Isamu (増田 勇)" userId="d3e5b3f7-6854-418d-836d-cdbffc4e55c6" providerId="ADAL" clId="{E15070D2-3BE1-49F4-9153-ADA19D28C9B0}" dt="2023-07-19T06:42:11.285" v="4257" actId="20577"/>
        <pc:sldMkLst>
          <pc:docMk/>
          <pc:sldMk cId="1193828024" sldId="141169159"/>
        </pc:sldMkLst>
        <pc:spChg chg="mod">
          <ac:chgData name="Masuda, Isamu (増田 勇)" userId="d3e5b3f7-6854-418d-836d-cdbffc4e55c6" providerId="ADAL" clId="{E15070D2-3BE1-49F4-9153-ADA19D28C9B0}" dt="2023-07-19T06:11:39.957" v="4219" actId="20577"/>
          <ac:spMkLst>
            <pc:docMk/>
            <pc:sldMk cId="1193828024" sldId="141169159"/>
            <ac:spMk id="2" creationId="{0C09E6D2-C530-89AD-5E7B-51FC8432946A}"/>
          </ac:spMkLst>
        </pc:spChg>
        <pc:spChg chg="del">
          <ac:chgData name="Masuda, Isamu (増田 勇)" userId="d3e5b3f7-6854-418d-836d-cdbffc4e55c6" providerId="ADAL" clId="{E15070D2-3BE1-49F4-9153-ADA19D28C9B0}" dt="2023-07-18T09:38:41.347" v="2426" actId="478"/>
          <ac:spMkLst>
            <pc:docMk/>
            <pc:sldMk cId="1193828024" sldId="141169159"/>
            <ac:spMk id="3" creationId="{0899BA2E-2946-99AF-0B7B-3A27BFCF26F7}"/>
          </ac:spMkLst>
        </pc:spChg>
        <pc:spChg chg="add mod topLvl">
          <ac:chgData name="Masuda, Isamu (増田 勇)" userId="d3e5b3f7-6854-418d-836d-cdbffc4e55c6" providerId="ADAL" clId="{E15070D2-3BE1-49F4-9153-ADA19D28C9B0}" dt="2023-07-19T06:41:40.603" v="4230" actId="20577"/>
          <ac:spMkLst>
            <pc:docMk/>
            <pc:sldMk cId="1193828024" sldId="141169159"/>
            <ac:spMk id="4" creationId="{57FA7C76-5412-107D-6E49-AD6A7BE27C1B}"/>
          </ac:spMkLst>
        </pc:spChg>
        <pc:spChg chg="add mod topLvl">
          <ac:chgData name="Masuda, Isamu (増田 勇)" userId="d3e5b3f7-6854-418d-836d-cdbffc4e55c6" providerId="ADAL" clId="{E15070D2-3BE1-49F4-9153-ADA19D28C9B0}" dt="2023-07-19T06:06:10.794" v="4049" actId="14100"/>
          <ac:spMkLst>
            <pc:docMk/>
            <pc:sldMk cId="1193828024" sldId="141169159"/>
            <ac:spMk id="5" creationId="{79CFF24E-0C4C-CD69-8098-5A1FB47249F8}"/>
          </ac:spMkLst>
        </pc:spChg>
        <pc:spChg chg="add mod topLvl">
          <ac:chgData name="Masuda, Isamu (増田 勇)" userId="d3e5b3f7-6854-418d-836d-cdbffc4e55c6" providerId="ADAL" clId="{E15070D2-3BE1-49F4-9153-ADA19D28C9B0}" dt="2023-07-19T06:41:28.308" v="4227" actId="20577"/>
          <ac:spMkLst>
            <pc:docMk/>
            <pc:sldMk cId="1193828024" sldId="141169159"/>
            <ac:spMk id="6" creationId="{12516356-18B9-6D65-D0AD-11F2DCCBE727}"/>
          </ac:spMkLst>
        </pc:spChg>
        <pc:spChg chg="add mod topLvl">
          <ac:chgData name="Masuda, Isamu (増田 勇)" userId="d3e5b3f7-6854-418d-836d-cdbffc4e55c6" providerId="ADAL" clId="{E15070D2-3BE1-49F4-9153-ADA19D28C9B0}" dt="2023-07-19T06:42:11.285" v="4257" actId="20577"/>
          <ac:spMkLst>
            <pc:docMk/>
            <pc:sldMk cId="1193828024" sldId="141169159"/>
            <ac:spMk id="7" creationId="{5AF10E94-4E58-237D-67BF-5254269449B7}"/>
          </ac:spMkLst>
        </pc:spChg>
        <pc:spChg chg="add del mod topLvl">
          <ac:chgData name="Masuda, Isamu (増田 勇)" userId="d3e5b3f7-6854-418d-836d-cdbffc4e55c6" providerId="ADAL" clId="{E15070D2-3BE1-49F4-9153-ADA19D28C9B0}" dt="2023-07-19T06:08:24.847" v="4128" actId="478"/>
          <ac:spMkLst>
            <pc:docMk/>
            <pc:sldMk cId="1193828024" sldId="141169159"/>
            <ac:spMk id="8" creationId="{7D282A0C-32B6-89ED-87B6-A7946887AFBB}"/>
          </ac:spMkLst>
        </pc:spChg>
        <pc:spChg chg="add mod topLvl">
          <ac:chgData name="Masuda, Isamu (増田 勇)" userId="d3e5b3f7-6854-418d-836d-cdbffc4e55c6" providerId="ADAL" clId="{E15070D2-3BE1-49F4-9153-ADA19D28C9B0}" dt="2023-07-19T06:06:07.352" v="4048" actId="14100"/>
          <ac:spMkLst>
            <pc:docMk/>
            <pc:sldMk cId="1193828024" sldId="141169159"/>
            <ac:spMk id="9" creationId="{56CDAAD6-CB70-533E-978B-5DFB6CB1E6DC}"/>
          </ac:spMkLst>
        </pc:spChg>
        <pc:spChg chg="add del">
          <ac:chgData name="Masuda, Isamu (増田 勇)" userId="d3e5b3f7-6854-418d-836d-cdbffc4e55c6" providerId="ADAL" clId="{E15070D2-3BE1-49F4-9153-ADA19D28C9B0}" dt="2023-07-19T06:07:27.524" v="4118" actId="22"/>
          <ac:spMkLst>
            <pc:docMk/>
            <pc:sldMk cId="1193828024" sldId="141169159"/>
            <ac:spMk id="21" creationId="{4E7511A6-AA90-1FB7-6622-FBCD70C194D3}"/>
          </ac:spMkLst>
        </pc:spChg>
        <pc:spChg chg="add mod">
          <ac:chgData name="Masuda, Isamu (増田 勇)" userId="d3e5b3f7-6854-418d-836d-cdbffc4e55c6" providerId="ADAL" clId="{E15070D2-3BE1-49F4-9153-ADA19D28C9B0}" dt="2023-07-19T06:08:10.572" v="4126"/>
          <ac:spMkLst>
            <pc:docMk/>
            <pc:sldMk cId="1193828024" sldId="141169159"/>
            <ac:spMk id="22" creationId="{391F8A5B-BB48-A9FE-3498-097066636BE4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3" creationId="{8A362A4A-953E-6738-C79E-35EF66CDD978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4" creationId="{5DBC06F1-FFB2-CDD5-30A5-71DC99122EB8}"/>
          </ac:spMkLst>
        </pc:spChg>
        <pc:spChg chg="add mod">
          <ac:chgData name="Masuda, Isamu (増田 勇)" userId="d3e5b3f7-6854-418d-836d-cdbffc4e55c6" providerId="ADAL" clId="{E15070D2-3BE1-49F4-9153-ADA19D28C9B0}" dt="2023-07-19T06:08:28.234" v="4138" actId="20577"/>
          <ac:spMkLst>
            <pc:docMk/>
            <pc:sldMk cId="1193828024" sldId="141169159"/>
            <ac:spMk id="26" creationId="{93C5EEE5-5127-9189-9071-48B679E76EC0}"/>
          </ac:spMkLst>
        </pc:spChg>
        <pc:spChg chg="add del mod">
          <ac:chgData name="Masuda, Isamu (増田 勇)" userId="d3e5b3f7-6854-418d-836d-cdbffc4e55c6" providerId="ADAL" clId="{E15070D2-3BE1-49F4-9153-ADA19D28C9B0}" dt="2023-07-19T06:11:22.923" v="4190" actId="478"/>
          <ac:spMkLst>
            <pc:docMk/>
            <pc:sldMk cId="1193828024" sldId="141169159"/>
            <ac:spMk id="35" creationId="{DC2DB622-ACEC-D144-37B7-76699B78F7DE}"/>
          </ac:spMkLst>
        </pc:spChg>
        <pc:grpChg chg="add del mod">
          <ac:chgData name="Masuda, Isamu (増田 勇)" userId="d3e5b3f7-6854-418d-836d-cdbffc4e55c6" providerId="ADAL" clId="{E15070D2-3BE1-49F4-9153-ADA19D28C9B0}" dt="2023-07-19T06:06:02.213" v="4047" actId="165"/>
          <ac:grpSpMkLst>
            <pc:docMk/>
            <pc:sldMk cId="1193828024" sldId="141169159"/>
            <ac:grpSpMk id="10" creationId="{60247828-5350-25EC-480E-3A533A491CFC}"/>
          </ac:grpSpMkLst>
        </pc:grpChg>
        <pc:grpChg chg="add del mod">
          <ac:chgData name="Masuda, Isamu (増田 勇)" userId="d3e5b3f7-6854-418d-836d-cdbffc4e55c6" providerId="ADAL" clId="{E15070D2-3BE1-49F4-9153-ADA19D28C9B0}" dt="2023-07-18T09:40:30.654" v="2557" actId="165"/>
          <ac:grpSpMkLst>
            <pc:docMk/>
            <pc:sldMk cId="1193828024" sldId="141169159"/>
            <ac:grpSpMk id="10" creationId="{A626107E-E56A-0F1A-DBCC-09C0A3525B02}"/>
          </ac:grpSpMkLst>
        </pc:grpChg>
        <pc:cxnChg chg="add del mod">
          <ac:chgData name="Masuda, Isamu (増田 勇)" userId="d3e5b3f7-6854-418d-836d-cdbffc4e55c6" providerId="ADAL" clId="{E15070D2-3BE1-49F4-9153-ADA19D28C9B0}" dt="2023-07-19T06:05:50.037" v="4043" actId="478"/>
          <ac:cxnSpMkLst>
            <pc:docMk/>
            <pc:sldMk cId="1193828024" sldId="141169159"/>
            <ac:cxnSpMk id="3" creationId="{D012173F-CA9C-9319-16C9-D79BA1F65FCA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1" creationId="{1BA6D4C2-790A-DB64-1A29-3A42CE42206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2" creationId="{676339D7-8B2D-993F-EF84-1C32D4296892}"/>
          </ac:cxnSpMkLst>
        </pc:cxnChg>
        <pc:cxnChg chg="add del mod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3" creationId="{E6A786BD-BC53-A403-C045-E38EA03E54C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4" creationId="{67A9D828-3548-B5F4-972F-9D5DE8FF47E9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5" creationId="{D650A85C-0891-1A64-423E-1E383F428ADF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6" creationId="{70EFA1A3-E4AA-D2D6-EA06-A67E348D0C4D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7" creationId="{08CD31C6-FFE4-C5A5-9C2B-7B553EA55B3B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8" creationId="{99E56916-B724-1604-EEBC-1F150C354CF9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9" creationId="{80B23783-3622-5755-B0EE-DB958893F48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25" creationId="{92D0B9A9-8EFB-B08B-DD77-62DD815C3B5F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7" creationId="{68968837-1BFB-386A-A374-B1C9EC80F08D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8" creationId="{4BC13F77-3D53-260F-CB33-3B70BEE50205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9" creationId="{E1C217BE-1B18-36D6-62E9-795C625F08A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0" creationId="{2C954F89-8737-7599-A5A3-67761946155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1" creationId="{175DAC98-5CDD-A0D3-5B11-C394D7E1988C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2" creationId="{38D7E1BA-EBBC-5B99-0B2E-19091935AC47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3" creationId="{1802BF57-8C2A-93A8-2400-668567A6DC13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4" creationId="{83698C90-57DB-C38C-F5DB-5F1D3516DF61}"/>
          </ac:cxnSpMkLst>
        </pc:cxnChg>
      </pc:sldChg>
      <pc:sldChg chg="addSp delSp modSp add mod">
        <pc:chgData name="Masuda, Isamu (増田 勇)" userId="d3e5b3f7-6854-418d-836d-cdbffc4e55c6" providerId="ADAL" clId="{E15070D2-3BE1-49F4-9153-ADA19D28C9B0}" dt="2023-07-19T06:42:03.586" v="4243" actId="20577"/>
        <pc:sldMkLst>
          <pc:docMk/>
          <pc:sldMk cId="1936559655" sldId="141169160"/>
        </pc:sldMkLst>
        <pc:spChg chg="mod">
          <ac:chgData name="Masuda, Isamu (増田 勇)" userId="d3e5b3f7-6854-418d-836d-cdbffc4e55c6" providerId="ADAL" clId="{E15070D2-3BE1-49F4-9153-ADA19D28C9B0}" dt="2023-07-19T06:11:35.707" v="4208" actId="20577"/>
          <ac:spMkLst>
            <pc:docMk/>
            <pc:sldMk cId="1936559655" sldId="141169160"/>
            <ac:spMk id="2" creationId="{0C09E6D2-C530-89AD-5E7B-51FC8432946A}"/>
          </ac:spMkLst>
        </pc:spChg>
        <pc:spChg chg="mod topLvl">
          <ac:chgData name="Masuda, Isamu (増田 勇)" userId="d3e5b3f7-6854-418d-836d-cdbffc4e55c6" providerId="ADAL" clId="{E15070D2-3BE1-49F4-9153-ADA19D28C9B0}" dt="2023-07-19T06:41:46.439" v="4231" actId="20577"/>
          <ac:spMkLst>
            <pc:docMk/>
            <pc:sldMk cId="1936559655" sldId="141169160"/>
            <ac:spMk id="4" creationId="{57FA7C76-5412-107D-6E49-AD6A7BE27C1B}"/>
          </ac:spMkLst>
        </pc:spChg>
        <pc:spChg chg="mod topLvl">
          <ac:chgData name="Masuda, Isamu (増田 勇)" userId="d3e5b3f7-6854-418d-836d-cdbffc4e55c6" providerId="ADAL" clId="{E15070D2-3BE1-49F4-9153-ADA19D28C9B0}" dt="2023-07-19T06:11:03.978" v="4181" actId="14100"/>
          <ac:spMkLst>
            <pc:docMk/>
            <pc:sldMk cId="1936559655" sldId="141169160"/>
            <ac:spMk id="5" creationId="{79CFF24E-0C4C-CD69-8098-5A1FB47249F8}"/>
          </ac:spMkLst>
        </pc:spChg>
        <pc:spChg chg="mod topLvl">
          <ac:chgData name="Masuda, Isamu (増田 勇)" userId="d3e5b3f7-6854-418d-836d-cdbffc4e55c6" providerId="ADAL" clId="{E15070D2-3BE1-49F4-9153-ADA19D28C9B0}" dt="2023-07-19T06:41:50.987" v="4232" actId="20577"/>
          <ac:spMkLst>
            <pc:docMk/>
            <pc:sldMk cId="1936559655" sldId="141169160"/>
            <ac:spMk id="6" creationId="{12516356-18B9-6D65-D0AD-11F2DCCBE727}"/>
          </ac:spMkLst>
        </pc:spChg>
        <pc:spChg chg="mod topLvl">
          <ac:chgData name="Masuda, Isamu (増田 勇)" userId="d3e5b3f7-6854-418d-836d-cdbffc4e55c6" providerId="ADAL" clId="{E15070D2-3BE1-49F4-9153-ADA19D28C9B0}" dt="2023-07-19T06:42:03.586" v="4243" actId="20577"/>
          <ac:spMkLst>
            <pc:docMk/>
            <pc:sldMk cId="1936559655" sldId="141169160"/>
            <ac:spMk id="7" creationId="{5AF10E94-4E58-237D-67BF-5254269449B7}"/>
          </ac:spMkLst>
        </pc:spChg>
        <pc:spChg chg="mod topLvl">
          <ac:chgData name="Masuda, Isamu (増田 勇)" userId="d3e5b3f7-6854-418d-836d-cdbffc4e55c6" providerId="ADAL" clId="{E15070D2-3BE1-49F4-9153-ADA19D28C9B0}" dt="2023-07-19T06:03:18.291" v="3949" actId="165"/>
          <ac:spMkLst>
            <pc:docMk/>
            <pc:sldMk cId="1936559655" sldId="141169160"/>
            <ac:spMk id="8" creationId="{7D282A0C-32B6-89ED-87B6-A7946887AFBB}"/>
          </ac:spMkLst>
        </pc:spChg>
        <pc:spChg chg="mod topLvl">
          <ac:chgData name="Masuda, Isamu (増田 勇)" userId="d3e5b3f7-6854-418d-836d-cdbffc4e55c6" providerId="ADAL" clId="{E15070D2-3BE1-49F4-9153-ADA19D28C9B0}" dt="2023-07-19T06:03:47.727" v="3957" actId="14100"/>
          <ac:spMkLst>
            <pc:docMk/>
            <pc:sldMk cId="1936559655" sldId="141169160"/>
            <ac:spMk id="9" creationId="{56CDAAD6-CB70-533E-978B-5DFB6CB1E6DC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1" creationId="{53D3233B-7289-915F-CA5A-BBB8FC7469F7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2" creationId="{E06F7B44-9E8F-3CF4-BF93-41322807D477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3" creationId="{8A362A4A-953E-6738-C79E-35EF66CDD978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4" creationId="{5DBC06F1-FFB2-CDD5-30A5-71DC99122EB8}"/>
          </ac:spMkLst>
        </pc:spChg>
        <pc:spChg chg="add del mod">
          <ac:chgData name="Masuda, Isamu (増田 勇)" userId="d3e5b3f7-6854-418d-836d-cdbffc4e55c6" providerId="ADAL" clId="{E15070D2-3BE1-49F4-9153-ADA19D28C9B0}" dt="2023-07-19T06:11:05.216" v="4182" actId="478"/>
          <ac:spMkLst>
            <pc:docMk/>
            <pc:sldMk cId="1936559655" sldId="141169160"/>
            <ac:spMk id="26" creationId="{3EB1D7CA-B257-E227-77A7-A52992A498A3}"/>
          </ac:spMkLst>
        </pc:spChg>
        <pc:spChg chg="add del mod">
          <ac:chgData name="Masuda, Isamu (増田 勇)" userId="d3e5b3f7-6854-418d-836d-cdbffc4e55c6" providerId="ADAL" clId="{E15070D2-3BE1-49F4-9153-ADA19D28C9B0}" dt="2023-07-19T06:11:14.354" v="4186" actId="478"/>
          <ac:spMkLst>
            <pc:docMk/>
            <pc:sldMk cId="1936559655" sldId="141169160"/>
            <ac:spMk id="27" creationId="{DD512DA6-91B4-6856-41FB-A115B0C69A92}"/>
          </ac:spMkLst>
        </pc:spChg>
        <pc:grpChg chg="add del mod">
          <ac:chgData name="Masuda, Isamu (増田 勇)" userId="d3e5b3f7-6854-418d-836d-cdbffc4e55c6" providerId="ADAL" clId="{E15070D2-3BE1-49F4-9153-ADA19D28C9B0}" dt="2023-07-19T06:03:18.291" v="3949" actId="165"/>
          <ac:grpSpMkLst>
            <pc:docMk/>
            <pc:sldMk cId="1936559655" sldId="141169160"/>
            <ac:grpSpMk id="3" creationId="{CF37D59C-691C-8014-9FB9-727F473CEFCD}"/>
          </ac:grpSpMkLst>
        </pc:grpChg>
        <pc:cxnChg chg="add mod">
          <ac:chgData name="Masuda, Isamu (増田 勇)" userId="d3e5b3f7-6854-418d-836d-cdbffc4e55c6" providerId="ADAL" clId="{E15070D2-3BE1-49F4-9153-ADA19D28C9B0}" dt="2023-07-19T06:07:15.569" v="4116" actId="1038"/>
          <ac:cxnSpMkLst>
            <pc:docMk/>
            <pc:sldMk cId="1936559655" sldId="141169160"/>
            <ac:cxnSpMk id="10" creationId="{9862868A-E3EB-9C5C-0C60-0C2321F63C1A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1" creationId="{1BA6D4C2-790A-DB64-1A29-3A42CE42206E}"/>
          </ac:cxnSpMkLst>
        </pc:cxnChg>
        <pc:cxnChg chg="mod topLvl">
          <ac:chgData name="Masuda, Isamu (増田 勇)" userId="d3e5b3f7-6854-418d-836d-cdbffc4e55c6" providerId="ADAL" clId="{E15070D2-3BE1-49F4-9153-ADA19D28C9B0}" dt="2023-07-19T06:03:41.771" v="3955" actId="1076"/>
          <ac:cxnSpMkLst>
            <pc:docMk/>
            <pc:sldMk cId="1936559655" sldId="141169160"/>
            <ac:cxnSpMk id="12" creationId="{676339D7-8B2D-993F-EF84-1C32D4296892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13" creationId="{7E91B5FD-C1C9-D125-7FDA-7214861DB372}"/>
          </ac:cxnSpMkLst>
        </pc:cxnChg>
        <pc:cxnChg chg="mod topLvl">
          <ac:chgData name="Masuda, Isamu (増田 勇)" userId="d3e5b3f7-6854-418d-836d-cdbffc4e55c6" providerId="ADAL" clId="{E15070D2-3BE1-49F4-9153-ADA19D28C9B0}" dt="2023-07-19T06:07:06.392" v="4110" actId="465"/>
          <ac:cxnSpMkLst>
            <pc:docMk/>
            <pc:sldMk cId="1936559655" sldId="141169160"/>
            <ac:cxnSpMk id="14" creationId="{67A9D828-3548-B5F4-972F-9D5DE8FF47E9}"/>
          </ac:cxnSpMkLst>
        </pc:cxnChg>
        <pc:cxnChg chg="mod topLvl">
          <ac:chgData name="Masuda, Isamu (増田 勇)" userId="d3e5b3f7-6854-418d-836d-cdbffc4e55c6" providerId="ADAL" clId="{E15070D2-3BE1-49F4-9153-ADA19D28C9B0}" dt="2023-07-19T06:03:36.209" v="3953" actId="1076"/>
          <ac:cxnSpMkLst>
            <pc:docMk/>
            <pc:sldMk cId="1936559655" sldId="141169160"/>
            <ac:cxnSpMk id="15" creationId="{D650A85C-0891-1A64-423E-1E383F428ADF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6" creationId="{70EFA1A3-E4AA-D2D6-EA06-A67E348D0C4D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7" creationId="{08CD31C6-FFE4-C5A5-9C2B-7B553EA55B3B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8" creationId="{99E56916-B724-1604-EEBC-1F150C354CF9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9" creationId="{80B23783-3622-5755-B0EE-DB958893F48E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20" creationId="{A85CED18-DB63-3E5D-C7A5-4C0BB5DEAC5E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25" creationId="{92D0B9A9-8EFB-B08B-DD77-62DD815C3B5F}"/>
          </ac:cxnSpMkLst>
        </pc:cxnChg>
      </pc:sldChg>
      <pc:sldMasterChg chg="delSldLayout">
        <pc:chgData name="Masuda, Isamu (増田 勇)" userId="d3e5b3f7-6854-418d-836d-cdbffc4e55c6" providerId="ADAL" clId="{E15070D2-3BE1-49F4-9153-ADA19D28C9B0}" dt="2023-07-18T04:30:58.737" v="4" actId="47"/>
        <pc:sldMasterMkLst>
          <pc:docMk/>
          <pc:sldMasterMk cId="1719898736" sldId="2147483670"/>
        </pc:sldMasterMkLst>
        <pc:sldLayoutChg chg="del">
          <pc:chgData name="Masuda, Isamu (増田 勇)" userId="d3e5b3f7-6854-418d-836d-cdbffc4e55c6" providerId="ADAL" clId="{E15070D2-3BE1-49F4-9153-ADA19D28C9B0}" dt="2023-07-18T04:30:58.737" v="4" actId="47"/>
          <pc:sldLayoutMkLst>
            <pc:docMk/>
            <pc:sldMasterMk cId="1719898736" sldId="2147483670"/>
            <pc:sldLayoutMk cId="1740307880" sldId="2147483678"/>
          </pc:sldLayoutMkLst>
        </pc:sldLayoutChg>
      </pc:sldMasterChg>
    </pc:docChg>
  </pc:docChgLst>
  <pc:docChgLst>
    <pc:chgData name="Joko, Masaya (上甲 雅也)" userId="S::mjoko@bdx.co.jp::e29bd86f-2f1e-4896-8185-435ab57e70fa" providerId="AD" clId="Web-{D2D98C76-CC41-48B4-AE87-38D3B70EC25F}"/>
    <pc:docChg chg="modSld">
      <pc:chgData name="Joko, Masaya (上甲 雅也)" userId="S::mjoko@bdx.co.jp::e29bd86f-2f1e-4896-8185-435ab57e70fa" providerId="AD" clId="Web-{D2D98C76-CC41-48B4-AE87-38D3B70EC25F}" dt="2022-08-31T00:56:20.413" v="6"/>
      <pc:docMkLst>
        <pc:docMk/>
      </pc:docMkLst>
      <pc:sldChg chg="modSp">
        <pc:chgData name="Joko, Masaya (上甲 雅也)" userId="S::mjoko@bdx.co.jp::e29bd86f-2f1e-4896-8185-435ab57e70fa" providerId="AD" clId="Web-{D2D98C76-CC41-48B4-AE87-38D3B70EC25F}" dt="2022-08-31T00:55:40.490" v="5" actId="20577"/>
        <pc:sldMkLst>
          <pc:docMk/>
          <pc:sldMk cId="3021197836" sldId="11740"/>
        </pc:sldMkLst>
        <pc:spChg chg="mod">
          <ac:chgData name="Joko, Masaya (上甲 雅也)" userId="S::mjoko@bdx.co.jp::e29bd86f-2f1e-4896-8185-435ab57e70fa" providerId="AD" clId="Web-{D2D98C76-CC41-48B4-AE87-38D3B70EC25F}" dt="2022-08-31T00:55:40.490" v="5" actId="20577"/>
          <ac:spMkLst>
            <pc:docMk/>
            <pc:sldMk cId="3021197836" sldId="11740"/>
            <ac:spMk id="3" creationId="{B1EEFEF5-232D-4A49-950C-59B3F2442796}"/>
          </ac:spMkLst>
        </pc:spChg>
      </pc:sldChg>
      <pc:sldChg chg="delSp">
        <pc:chgData name="Joko, Masaya (上甲 雅也)" userId="S::mjoko@bdx.co.jp::e29bd86f-2f1e-4896-8185-435ab57e70fa" providerId="AD" clId="Web-{D2D98C76-CC41-48B4-AE87-38D3B70EC25F}" dt="2022-08-31T00:56:20.413" v="6"/>
        <pc:sldMkLst>
          <pc:docMk/>
          <pc:sldMk cId="977846790" sldId="141169094"/>
        </pc:sldMkLst>
        <pc:spChg chg="del">
          <ac:chgData name="Joko, Masaya (上甲 雅也)" userId="S::mjoko@bdx.co.jp::e29bd86f-2f1e-4896-8185-435ab57e70fa" providerId="AD" clId="Web-{D2D98C76-CC41-48B4-AE87-38D3B70EC25F}" dt="2022-08-31T00:56:20.413" v="6"/>
          <ac:spMkLst>
            <pc:docMk/>
            <pc:sldMk cId="977846790" sldId="141169094"/>
            <ac:spMk id="62" creationId="{F6355A10-20C7-590F-9920-EBB8B5B64611}"/>
          </ac:spMkLst>
        </pc:spChg>
      </pc:sldChg>
    </pc:docChg>
  </pc:docChgLst>
  <pc:docChgLst>
    <pc:chgData name="Ito, Norihiko (伊藤 憲彦)" userId="5a8f3f76-8491-4b6e-9a40-fdada8eb586e" providerId="ADAL" clId="{C0E4504F-F700-4BFD-8715-B86EC266A771}"/>
    <pc:docChg chg="undo custSel addSld delSld modSld sldOrd modMainMaster">
      <pc:chgData name="Ito, Norihiko (伊藤 憲彦)" userId="5a8f3f76-8491-4b6e-9a40-fdada8eb586e" providerId="ADAL" clId="{C0E4504F-F700-4BFD-8715-B86EC266A771}" dt="2023-01-15T15:55:56.310" v="8582"/>
      <pc:docMkLst>
        <pc:docMk/>
      </pc:docMkLst>
      <pc:sldChg chg="modSp mod">
        <pc:chgData name="Ito, Norihiko (伊藤 憲彦)" userId="5a8f3f76-8491-4b6e-9a40-fdada8eb586e" providerId="ADAL" clId="{C0E4504F-F700-4BFD-8715-B86EC266A771}" dt="2023-01-15T15:54:51.964" v="8531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C0E4504F-F700-4BFD-8715-B86EC266A771}" dt="2023-01-15T15:54:51.964" v="8531"/>
          <ac:spMkLst>
            <pc:docMk/>
            <pc:sldMk cId="2942643188" sldId="275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45.927" v="8072" actId="6549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C0E4504F-F700-4BFD-8715-B86EC266A771}" dt="2023-01-15T15:55:09.614" v="8537" actId="6549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C0E4504F-F700-4BFD-8715-B86EC266A771}" dt="2023-01-15T15:55:09.614" v="8537" actId="6549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5:55:33.388" v="8566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C0E4504F-F700-4BFD-8715-B86EC266A771}" dt="2023-01-15T15:55:33.388" v="8566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4T02:01:44.145" v="12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C0E4504F-F700-4BFD-8715-B86EC266A771}" dt="2023-01-14T02:01:44.145" v="12"/>
          <ac:spMkLst>
            <pc:docMk/>
            <pc:sldMk cId="3021197836" sldId="11740"/>
            <ac:spMk id="3" creationId="{B1EEFEF5-232D-4A49-950C-59B3F2442796}"/>
          </ac:spMkLst>
        </pc:spChg>
      </pc:sldChg>
      <pc:sldChg chg="addSp delSp modSp mod ord">
        <pc:chgData name="Ito, Norihiko (伊藤 憲彦)" userId="5a8f3f76-8491-4b6e-9a40-fdada8eb586e" providerId="ADAL" clId="{C0E4504F-F700-4BFD-8715-B86EC266A771}" dt="2023-01-15T15:08:41.480" v="8325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C0E4504F-F700-4BFD-8715-B86EC266A771}" dt="2023-01-15T15:08:41.480" v="8325"/>
          <ac:spMkLst>
            <pc:docMk/>
            <pc:sldMk cId="1304378143" sldId="141169105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4" creationId="{A0FCB022-BAF6-C240-628B-0BC854769CE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" creationId="{129DA5B2-4FE2-39A5-B6FD-42101E9B5EC7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C0E4504F-F700-4BFD-8715-B86EC266A771}" dt="2023-01-15T14:35:03.828" v="6403" actId="478"/>
          <ac:spMkLst>
            <pc:docMk/>
            <pc:sldMk cId="1304378143" sldId="141169105"/>
            <ac:spMk id="7" creationId="{1691529E-EE9A-F822-3AEF-BF904D31389D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14" creationId="{EA07ED84-6CB5-A9DD-CB94-EB5C003A06C0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1" creationId="{76CC85C2-1E12-0408-9EA6-0D331B5F6AF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2" creationId="{67C6B3E3-D11C-47F5-477A-B1121C0AAA8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4" creationId="{D5FB70B0-3DBD-9E43-D562-97904C6839F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5" creationId="{1A472A83-0339-1C28-B1F8-57FF81E13F3B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C0E4504F-F700-4BFD-8715-B86EC266A771}" dt="2023-01-15T14:38:00.251" v="6664" actId="478"/>
          <ac:spMkLst>
            <pc:docMk/>
            <pc:sldMk cId="1304378143" sldId="141169105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C0E4504F-F700-4BFD-8715-B86EC266A771}" dt="2023-01-15T14:40:20.027" v="6782" actId="478"/>
          <ac:spMkLst>
            <pc:docMk/>
            <pc:sldMk cId="1304378143" sldId="141169105"/>
            <ac:spMk id="28" creationId="{CA5C7397-B8BD-037E-940A-E1945357BD4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C0E4504F-F700-4BFD-8715-B86EC266A771}" dt="2023-01-15T14:38:18.609" v="6666" actId="478"/>
          <ac:spMkLst>
            <pc:docMk/>
            <pc:sldMk cId="1304378143" sldId="141169105"/>
            <ac:spMk id="30" creationId="{9D8078E7-746D-B1B9-F64D-10E1FC7AAA8E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1" creationId="{41DBE97F-04FF-D247-083A-1D42F7E3B009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3" creationId="{C312167C-911F-B900-F6C8-484B72215AEA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4" creationId="{A3B76A08-28C4-212E-4673-A14F33DDE011}"/>
          </ac:spMkLst>
        </pc:spChg>
        <pc:spChg chg="del mod topLvl">
          <ac:chgData name="Ito, Norihiko (伊藤 憲彦)" userId="5a8f3f76-8491-4b6e-9a40-fdada8eb586e" providerId="ADAL" clId="{C0E4504F-F700-4BFD-8715-B86EC266A771}" dt="2023-01-15T14:59:47.994" v="7827" actId="478"/>
          <ac:spMkLst>
            <pc:docMk/>
            <pc:sldMk cId="1304378143" sldId="141169105"/>
            <ac:spMk id="35" creationId="{CA9E6779-3341-C26F-F7CC-A1D33271A6D4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6" creationId="{2384CC9C-6952-1CAF-33E3-2DBFFE58066D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7" creationId="{DE4AB27F-8309-9024-3BE1-A608BFEAED1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8" creationId="{98B90A8F-F198-8DE8-D66C-50996127A39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9" creationId="{A2E150D3-029F-497F-4E26-DC956F0598C4}"/>
          </ac:spMkLst>
        </pc:spChg>
        <pc:spChg chg="mod topLvl">
          <ac:chgData name="Ito, Norihiko (伊藤 憲彦)" userId="5a8f3f76-8491-4b6e-9a40-fdada8eb586e" providerId="ADAL" clId="{C0E4504F-F700-4BFD-8715-B86EC266A771}" dt="2023-01-15T15:04:02.595" v="8085"/>
          <ac:spMkLst>
            <pc:docMk/>
            <pc:sldMk cId="1304378143" sldId="141169105"/>
            <ac:spMk id="55" creationId="{913C6269-7A9E-667F-0D82-213A01CF2C8E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6" creationId="{DA4EB381-4F0C-5F7E-9590-F2F69C50D3B1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8" creationId="{31A41F61-1DB3-DBAA-2EAD-DCA046C17ACF}"/>
          </ac:spMkLst>
        </pc:spChg>
        <pc:grpChg chg="add del mod">
          <ac:chgData name="Ito, Norihiko (伊藤 憲彦)" userId="5a8f3f76-8491-4b6e-9a40-fdada8eb586e" providerId="ADAL" clId="{C0E4504F-F700-4BFD-8715-B86EC266A771}" dt="2023-01-15T14:44:31.968" v="7143" actId="165"/>
          <ac:grpSpMkLst>
            <pc:docMk/>
            <pc:sldMk cId="1304378143" sldId="141169105"/>
            <ac:grpSpMk id="8" creationId="{4C3699F5-5911-68B3-76B5-5426B317496D}"/>
          </ac:grpSpMkLst>
        </pc:grpChg>
        <pc:grpChg chg="del">
          <ac:chgData name="Ito, Norihiko (伊藤 憲彦)" userId="5a8f3f76-8491-4b6e-9a40-fdada8eb586e" providerId="ADAL" clId="{C0E4504F-F700-4BFD-8715-B86EC266A771}" dt="2023-01-15T14:38:03.339" v="6665" actId="478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C0E4504F-F700-4BFD-8715-B86EC266A771}" dt="2023-01-15T14:35:06.378" v="6404" actId="478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mod">
        <pc:chgData name="Ito, Norihiko (伊藤 憲彦)" userId="5a8f3f76-8491-4b6e-9a40-fdada8eb586e" providerId="ADAL" clId="{C0E4504F-F700-4BFD-8715-B86EC266A771}" dt="2023-01-15T13:40:44.462" v="5417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C0E4504F-F700-4BFD-8715-B86EC266A771}" dt="2023-01-15T13:19:11.289" v="43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40:44.462" v="5417"/>
          <ac:spMkLst>
            <pc:docMk/>
            <pc:sldMk cId="1733306925" sldId="141169107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5T13:40:35.180" v="5401" actId="14100"/>
          <ac:spMkLst>
            <pc:docMk/>
            <pc:sldMk cId="1733306925" sldId="141169107"/>
            <ac:spMk id="4" creationId="{57B93474-FADA-8EDC-0F3C-26994EF4539D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5" creationId="{C7A5936C-E98D-1F5C-F65D-741C6AECCD0B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6" creationId="{3A75D38E-6889-4A73-EF9F-0DF3418E9770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17" creationId="{31EC1291-D512-C126-C6DD-6E251B3E44B1}"/>
          </ac:spMkLst>
        </pc:sp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29" creationId="{81AF46AA-BE0C-63B9-087E-733BFB744E48}"/>
          </ac:picMkLst>
        </pc:pic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30" creationId="{9FBEC427-E42D-BEAD-4B5E-FA1A1378134E}"/>
          </ac:picMkLst>
        </pc:picChg>
      </pc:sldChg>
      <pc:sldChg chg="modSp mod">
        <pc:chgData name="Ito, Norihiko (伊藤 憲彦)" userId="5a8f3f76-8491-4b6e-9a40-fdada8eb586e" providerId="ADAL" clId="{C0E4504F-F700-4BFD-8715-B86EC266A771}" dt="2023-01-15T11:40:36.101" v="226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C0E4504F-F700-4BFD-8715-B86EC266A771}" dt="2023-01-15T11:40:01.149" v="2240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0:59.443" v="362" actId="6549"/>
          <ac:spMkLst>
            <pc:docMk/>
            <pc:sldMk cId="2314586050" sldId="141169108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5T11:40:36.101" v="2269"/>
          <ac:spMkLst>
            <pc:docMk/>
            <pc:sldMk cId="2314586050" sldId="141169108"/>
            <ac:spMk id="2052" creationId="{78FB78D7-4E4F-8C0F-8D19-B5F517DEE27F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58:09.464" v="5425" actId="6549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C0E4504F-F700-4BFD-8715-B86EC266A771}" dt="2023-01-15T13:58:09.464" v="5425" actId="6549"/>
          <ac:spMkLst>
            <pc:docMk/>
            <pc:sldMk cId="292433437" sldId="141169109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0:51.067" v="4918"/>
          <ac:spMkLst>
            <pc:docMk/>
            <pc:sldMk cId="292433437" sldId="141169109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7" creationId="{0FEF44CE-7BFC-3A96-D1BC-C73B4384C48A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0" creationId="{0D07C168-DC44-F97F-5F85-E71871A1A5EE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2" creationId="{C9B17C1D-29A1-4AEF-C9C2-A822D33A000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3" creationId="{A34249DE-9C44-FD2F-535D-209D19FFF5FD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4" creationId="{C0B77443-4172-6934-C230-7FBB5F6E1CB9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6" creationId="{EE45CB44-9063-6AD0-4988-4FD50670EE53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8" creationId="{53039DC1-BC91-440D-1BD4-B69BB527F0A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20" creationId="{B24E5943-6DB2-75A0-857C-F416FE878EB0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29:41.810" v="4858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C0E4504F-F700-4BFD-8715-B86EC266A771}" dt="2023-01-15T13:29:41.810" v="4858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 ord">
        <pc:chgData name="Ito, Norihiko (伊藤 憲彦)" userId="5a8f3f76-8491-4b6e-9a40-fdada8eb586e" providerId="ADAL" clId="{C0E4504F-F700-4BFD-8715-B86EC266A771}" dt="2023-01-15T15:54:35.128" v="8473" actId="2057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C0E4504F-F700-4BFD-8715-B86EC266A771}" dt="2023-01-15T15:54:35.128" v="8473" actId="20577"/>
          <ac:spMkLst>
            <pc:docMk/>
            <pc:sldMk cId="1340910463" sldId="141169111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38.643" v="8059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modSp mod">
        <pc:chgData name="Ito, Norihiko (伊藤 憲彦)" userId="5a8f3f76-8491-4b6e-9a40-fdada8eb586e" providerId="ADAL" clId="{C0E4504F-F700-4BFD-8715-B86EC266A771}" dt="2023-01-15T15:55:56.310" v="8582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C0E4504F-F700-4BFD-8715-B86EC266A771}" dt="2023-01-15T14:33:56.347" v="6265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56:24.013" v="7725"/>
          <ac:spMkLst>
            <pc:docMk/>
            <pc:sldMk cId="767952457" sldId="141169112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4:54:01.270" v="7489" actId="553"/>
          <ac:spMkLst>
            <pc:docMk/>
            <pc:sldMk cId="767952457" sldId="141169112"/>
            <ac:spMk id="4" creationId="{98B11545-9762-5A45-A31C-3F54C6ED4CF3}"/>
          </ac:spMkLst>
        </pc:spChg>
        <pc:spChg chg="add mod">
          <ac:chgData name="Ito, Norihiko (伊藤 憲彦)" userId="5a8f3f76-8491-4b6e-9a40-fdada8eb586e" providerId="ADAL" clId="{C0E4504F-F700-4BFD-8715-B86EC266A771}" dt="2023-01-15T15:55:56.310" v="8582"/>
          <ac:spMkLst>
            <pc:docMk/>
            <pc:sldMk cId="767952457" sldId="141169112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C0E4504F-F700-4BFD-8715-B86EC266A771}" dt="2023-01-15T15:03:13.019" v="8009" actId="6549"/>
          <ac:spMkLst>
            <pc:docMk/>
            <pc:sldMk cId="767952457" sldId="141169112"/>
            <ac:spMk id="11" creationId="{F4E62EE4-AF32-A831-B9B6-5BCECE4CDB5B}"/>
          </ac:spMkLst>
        </pc:spChg>
      </pc:sldChg>
      <pc:sldChg chg="addSp delSp modSp add del mod">
        <pc:chgData name="Ito, Norihiko (伊藤 憲彦)" userId="5a8f3f76-8491-4b6e-9a40-fdada8eb586e" providerId="ADAL" clId="{C0E4504F-F700-4BFD-8715-B86EC266A771}" dt="2023-01-15T13:00:37.281" v="2883" actId="47"/>
        <pc:sldMkLst>
          <pc:docMk/>
          <pc:sldMk cId="3347102182" sldId="141169113"/>
        </pc:sldMkLst>
        <pc:spChg chg="mod">
          <ac:chgData name="Ito, Norihiko (伊藤 憲彦)" userId="5a8f3f76-8491-4b6e-9a40-fdada8eb586e" providerId="ADAL" clId="{C0E4504F-F700-4BFD-8715-B86EC266A771}" dt="2023-01-15T11:41:09.603" v="2289"/>
          <ac:spMkLst>
            <pc:docMk/>
            <pc:sldMk cId="3347102182" sldId="141169113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9:50.931" v="933"/>
          <ac:spMkLst>
            <pc:docMk/>
            <pc:sldMk cId="3347102182" sldId="141169113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1:46:56.447" v="2392" actId="552"/>
          <ac:spMkLst>
            <pc:docMk/>
            <pc:sldMk cId="3347102182" sldId="141169113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7" creationId="{0FEF44CE-7BFC-3A96-D1BC-C73B4384C48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8" creationId="{CB4B6D64-BF15-1E69-15B9-DAC2175C8BB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9" creationId="{1ABFC486-D15E-6AAC-3E89-52E7F3B3F03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0" creationId="{25815FFA-9512-FA41-EC32-2AE7F5DC8DB0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11" creationId="{FCB5833B-1703-8D4B-AD2A-BAE3DE1A8D35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2" creationId="{9B4C8A27-B2A1-54E8-D5A0-A47DF80EC97F}"/>
          </ac:spMkLst>
        </pc:spChg>
        <pc:spChg chg="add mod">
          <ac:chgData name="Ito, Norihiko (伊藤 憲彦)" userId="5a8f3f76-8491-4b6e-9a40-fdada8eb586e" providerId="ADAL" clId="{C0E4504F-F700-4BFD-8715-B86EC266A771}" dt="2023-01-14T02:56:43.733" v="2004" actId="14100"/>
          <ac:spMkLst>
            <pc:docMk/>
            <pc:sldMk cId="3347102182" sldId="141169113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1:47:04.406" v="2401" actId="1036"/>
          <ac:spMkLst>
            <pc:docMk/>
            <pc:sldMk cId="3347102182" sldId="141169113"/>
            <ac:spMk id="17" creationId="{549379A6-CE74-9FA0-F897-A92297FB19A5}"/>
          </ac:spMkLst>
        </pc:spChg>
        <pc:spChg chg="add mod">
          <ac:chgData name="Ito, Norihiko (伊藤 憲彦)" userId="5a8f3f76-8491-4b6e-9a40-fdada8eb586e" providerId="ADAL" clId="{C0E4504F-F700-4BFD-8715-B86EC266A771}" dt="2023-01-15T11:46:10.581" v="2362" actId="553"/>
          <ac:spMkLst>
            <pc:docMk/>
            <pc:sldMk cId="3347102182" sldId="141169113"/>
            <ac:spMk id="19" creationId="{D4F8246F-227A-5883-FB24-7E5C0EB992B8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2" creationId="{B604820A-1A48-FBE3-2AD5-1EB5A64C53DD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3" creationId="{4DF8D351-21FB-AE97-1F91-8BC54783CA73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4" creationId="{88BB60F4-90D6-F4C9-AF72-1468C26DEF5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5" creationId="{1208AE1B-F088-2C59-F8E7-24C594657049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6" creationId="{FF734A6C-9EC5-019E-60DD-B9CD5A44140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7" creationId="{ACB12105-71BB-0D2C-0113-8745389BED1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8" creationId="{F6D88527-DCC5-2344-3589-6775D28D1F4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9" creationId="{6D91BFFA-A1DB-5C6B-08EF-E16457FFCE54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30" creationId="{F5292F43-944E-3874-8A8B-8CD10A27D3B1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2" creationId="{40BDDE73-6F99-1D6E-CAA3-391184203162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3" creationId="{2FC2DBBE-AFFF-C26D-0222-59CC97AC2F1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5" creationId="{E5601D60-0479-DFC1-F5A0-E8BDE623C0C6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6" creationId="{E8CBFDAE-8610-86B5-7C68-574F28AEBE97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C0E4504F-F700-4BFD-8715-B86EC266A771}" dt="2023-01-15T11:44:51.165" v="2324" actId="164"/>
          <ac:spMkLst>
            <pc:docMk/>
            <pc:sldMk cId="3347102182" sldId="141169113"/>
            <ac:spMk id="50" creationId="{DBA8BE9E-6C1F-E1DB-1371-1C80215214CC}"/>
          </ac:spMkLst>
        </pc:spChg>
        <pc:spChg chg="add mod ord">
          <ac:chgData name="Ito, Norihiko (伊藤 憲彦)" userId="5a8f3f76-8491-4b6e-9a40-fdada8eb586e" providerId="ADAL" clId="{C0E4504F-F700-4BFD-8715-B86EC266A771}" dt="2023-01-15T11:45:47.402" v="2340" actId="164"/>
          <ac:spMkLst>
            <pc:docMk/>
            <pc:sldMk cId="3347102182" sldId="141169113"/>
            <ac:spMk id="52" creationId="{8302D2AA-7F41-9DD4-4F7C-420AB39F285C}"/>
          </ac:spMkLst>
        </pc:spChg>
        <pc:spChg chg="mod">
          <ac:chgData name="Ito, Norihiko (伊藤 憲彦)" userId="5a8f3f76-8491-4b6e-9a40-fdada8eb586e" providerId="ADAL" clId="{C0E4504F-F700-4BFD-8715-B86EC266A771}" dt="2023-01-15T11:46:14.515" v="2363"/>
          <ac:spMkLst>
            <pc:docMk/>
            <pc:sldMk cId="3347102182" sldId="141169113"/>
            <ac:spMk id="55" creationId="{4C0DA478-8325-DBD3-A09F-5883948F4270}"/>
          </ac:spMkLst>
        </pc:spChg>
        <pc:spChg chg="mod">
          <ac:chgData name="Ito, Norihiko (伊藤 憲彦)" userId="5a8f3f76-8491-4b6e-9a40-fdada8eb586e" providerId="ADAL" clId="{C0E4504F-F700-4BFD-8715-B86EC266A771}" dt="2023-01-15T11:46:29.419" v="2383"/>
          <ac:spMkLst>
            <pc:docMk/>
            <pc:sldMk cId="3347102182" sldId="141169113"/>
            <ac:spMk id="60" creationId="{F6FA8F23-89AE-2D3F-19D1-9DA17AC4A45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52" creationId="{78FB78D7-4E4F-8C0F-8D19-B5F517DEE27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68" creationId="{3C82CC56-D30F-35B0-9D1D-E05B4B01800A}"/>
          </ac:spMkLst>
        </pc:s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20" creationId="{7FAA0FFB-8C61-1E66-8AFE-4E5C6F14320C}"/>
          </ac:grpSpMkLst>
        </pc:grpChg>
        <pc:grpChg chg="add mod ord">
          <ac:chgData name="Ito, Norihiko (伊藤 憲彦)" userId="5a8f3f76-8491-4b6e-9a40-fdada8eb586e" providerId="ADAL" clId="{C0E4504F-F700-4BFD-8715-B86EC266A771}" dt="2023-01-14T02:57:56.585" v="2032" actId="167"/>
          <ac:grpSpMkLst>
            <pc:docMk/>
            <pc:sldMk cId="3347102182" sldId="141169113"/>
            <ac:grpSpMk id="31" creationId="{24F80B68-0402-07E4-31E4-C004F04F3446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41" creationId="{B75A9DDE-2E44-D095-D1C8-3CE71A8AA352}"/>
          </ac:grpSpMkLst>
        </pc:grpChg>
        <pc:grpChg chg="add mod">
          <ac:chgData name="Ito, Norihiko (伊藤 憲彦)" userId="5a8f3f76-8491-4b6e-9a40-fdada8eb586e" providerId="ADAL" clId="{C0E4504F-F700-4BFD-8715-B86EC266A771}" dt="2023-01-15T11:47:04.406" v="2401" actId="1036"/>
          <ac:grpSpMkLst>
            <pc:docMk/>
            <pc:sldMk cId="3347102182" sldId="141169113"/>
            <ac:grpSpMk id="51" creationId="{AEA68D97-2881-2FE2-29B0-63D53D058EA9}"/>
          </ac:grpSpMkLst>
        </pc:grpChg>
        <pc:grpChg chg="add mod">
          <ac:chgData name="Ito, Norihiko (伊藤 憲彦)" userId="5a8f3f76-8491-4b6e-9a40-fdada8eb586e" providerId="ADAL" clId="{C0E4504F-F700-4BFD-8715-B86EC266A771}" dt="2023-01-15T11:46:04.743" v="2344" actId="1076"/>
          <ac:grpSpMkLst>
            <pc:docMk/>
            <pc:sldMk cId="3347102182" sldId="141169113"/>
            <ac:grpSpMk id="53" creationId="{183E0384-E67F-19EB-7456-7F4DFEC94A33}"/>
          </ac:grpSpMkLst>
        </pc:gr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54" creationId="{18DDA679-FC62-8B2A-375D-0E204650F6A4}"/>
          </ac:grpSpMkLst>
        </pc:grpChg>
        <pc:grpChg chg="add mod">
          <ac:chgData name="Ito, Norihiko (伊藤 憲彦)" userId="5a8f3f76-8491-4b6e-9a40-fdada8eb586e" providerId="ADAL" clId="{C0E4504F-F700-4BFD-8715-B86EC266A771}" dt="2023-01-15T11:46:43.887" v="2390" actId="1036"/>
          <ac:grpSpMkLst>
            <pc:docMk/>
            <pc:sldMk cId="3347102182" sldId="141169113"/>
            <ac:grpSpMk id="59" creationId="{80CC02D4-D9B0-5477-1B48-9EF1347C1048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2075" creationId="{AB3A7E26-CEA7-E1C5-A8A0-7A90C559504C}"/>
          </ac:grpSpMkLst>
        </pc:grpChg>
        <pc:picChg chg="add del mod">
          <ac:chgData name="Ito, Norihiko (伊藤 憲彦)" userId="5a8f3f76-8491-4b6e-9a40-fdada8eb586e" providerId="ADAL" clId="{C0E4504F-F700-4BFD-8715-B86EC266A771}" dt="2023-01-14T02:26:44.542" v="1202" actId="478"/>
          <ac:picMkLst>
            <pc:docMk/>
            <pc:sldMk cId="3347102182" sldId="141169113"/>
            <ac:picMk id="6" creationId="{267CE978-9185-9D00-5CA0-5E58AFB34165}"/>
          </ac:picMkLst>
        </pc:picChg>
        <pc:picChg chg="add mod">
          <ac:chgData name="Ito, Norihiko (伊藤 憲彦)" userId="5a8f3f76-8491-4b6e-9a40-fdada8eb586e" providerId="ADAL" clId="{C0E4504F-F700-4BFD-8715-B86EC266A771}" dt="2023-01-14T02:55:04.386" v="1989" actId="164"/>
          <ac:picMkLst>
            <pc:docMk/>
            <pc:sldMk cId="3347102182" sldId="141169113"/>
            <ac:picMk id="16" creationId="{CB00CBB6-09EE-0C99-869F-16231ECDEDFB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2" creationId="{CE521724-FBD9-547F-51EB-A7DB8C0E135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8" creationId="{C34C4336-1724-B16A-DC6B-3D9D4201B2DD}"/>
          </ac:picMkLst>
        </pc:picChg>
        <pc:picChg chg="add mod ord">
          <ac:chgData name="Ito, Norihiko (伊藤 憲彦)" userId="5a8f3f76-8491-4b6e-9a40-fdada8eb586e" providerId="ADAL" clId="{C0E4504F-F700-4BFD-8715-B86EC266A771}" dt="2023-01-15T11:44:51.165" v="2324" actId="164"/>
          <ac:picMkLst>
            <pc:docMk/>
            <pc:sldMk cId="3347102182" sldId="141169113"/>
            <ac:picMk id="44" creationId="{B2305A58-9DEA-8C8B-5653-7034B78C4C64}"/>
          </ac:picMkLst>
        </pc:picChg>
        <pc:picChg chg="add mod">
          <ac:chgData name="Ito, Norihiko (伊藤 憲彦)" userId="5a8f3f76-8491-4b6e-9a40-fdada8eb586e" providerId="ADAL" clId="{C0E4504F-F700-4BFD-8715-B86EC266A771}" dt="2023-01-15T11:45:47.402" v="2340" actId="164"/>
          <ac:picMkLst>
            <pc:docMk/>
            <pc:sldMk cId="3347102182" sldId="141169113"/>
            <ac:picMk id="49" creationId="{07F501E5-8157-BF89-B694-D657396E034B}"/>
          </ac:picMkLst>
        </pc:picChg>
        <pc:picChg chg="mod">
          <ac:chgData name="Ito, Norihiko (伊藤 憲彦)" userId="5a8f3f76-8491-4b6e-9a40-fdada8eb586e" providerId="ADAL" clId="{C0E4504F-F700-4BFD-8715-B86EC266A771}" dt="2023-01-15T11:46:14.515" v="2363"/>
          <ac:picMkLst>
            <pc:docMk/>
            <pc:sldMk cId="3347102182" sldId="141169113"/>
            <ac:picMk id="56" creationId="{FDF6DEE1-3C63-5957-9EAF-64929722F85E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7" creationId="{C7126F66-102F-57E9-DACC-D2534B7D85A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8" creationId="{BE4868E6-A5B3-E973-396B-105F4630EA38}"/>
          </ac:picMkLst>
        </pc:picChg>
        <pc:picChg chg="mod">
          <ac:chgData name="Ito, Norihiko (伊藤 憲彦)" userId="5a8f3f76-8491-4b6e-9a40-fdada8eb586e" providerId="ADAL" clId="{C0E4504F-F700-4BFD-8715-B86EC266A771}" dt="2023-01-15T11:46:29.419" v="2383"/>
          <ac:picMkLst>
            <pc:docMk/>
            <pc:sldMk cId="3347102182" sldId="141169113"/>
            <ac:picMk id="61" creationId="{5C22B9B0-5305-FF85-2E5A-109375F5F2FC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48" creationId="{CFC3F485-3159-D97F-77A8-CB75E61258DA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0" creationId="{07E1A345-82B7-357E-A428-3C88999E38E1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1" creationId="{9DA255B0-62CB-EFF1-4524-01661A75D14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4" creationId="{02EA45E8-FE55-014F-EAB9-83B3802FA1F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6" creationId="{B16A3503-C01D-3A4C-9602-86205AF36090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7" creationId="{3D0A8794-DC6F-3AA0-58FF-196D29A3A199}"/>
          </ac:picMkLst>
        </pc:pic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5" creationId="{2A52738E-14E3-8BDE-FBDA-28CC66E491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8" creationId="{6AB8F26B-28FE-8184-ADD5-D71E148C4CE4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21" creationId="{8DFF7EF7-559B-1B72-B7E2-B4EA714F454D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3" creationId="{3A0C2F92-F840-500F-1953-A522F6E1991F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4" creationId="{A516CE43-93EE-2112-A8D3-8D4B074EA665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5" creationId="{0FA9D9E7-D5D1-BAD0-B3FD-76D0603B26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7" creationId="{B10C85EF-7838-EAA0-9826-AECB849F6A1D}"/>
          </ac:cxnSpMkLst>
        </pc:cxnChg>
      </pc:sldChg>
      <pc:sldChg chg="addSp delSp modSp add mod ord">
        <pc:chgData name="Ito, Norihiko (伊藤 憲彦)" userId="5a8f3f76-8491-4b6e-9a40-fdada8eb586e" providerId="ADAL" clId="{C0E4504F-F700-4BFD-8715-B86EC266A771}" dt="2023-01-15T15:53:57.535" v="8469" actId="1036"/>
        <pc:sldMkLst>
          <pc:docMk/>
          <pc:sldMk cId="1860360909" sldId="141169114"/>
        </pc:sldMkLst>
        <pc:spChg chg="mod">
          <ac:chgData name="Ito, Norihiko (伊藤 憲彦)" userId="5a8f3f76-8491-4b6e-9a40-fdada8eb586e" providerId="ADAL" clId="{C0E4504F-F700-4BFD-8715-B86EC266A771}" dt="2023-01-15T14:48:17.377" v="7379"/>
          <ac:spMkLst>
            <pc:docMk/>
            <pc:sldMk cId="1860360909" sldId="14116911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12:42.169" v="5962" actId="6549"/>
          <ac:spMkLst>
            <pc:docMk/>
            <pc:sldMk cId="1860360909" sldId="141169114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5:53:57.535" v="8469" actId="1036"/>
          <ac:spMkLst>
            <pc:docMk/>
            <pc:sldMk cId="1860360909" sldId="141169114"/>
            <ac:spMk id="14" creationId="{636272DD-DCEA-A0FA-377E-7D8A42237C79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7" creationId="{549379A6-CE74-9FA0-F897-A92297FB19A5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9" creationId="{D4F8246F-227A-5883-FB24-7E5C0EB992B8}"/>
          </ac:spMkLst>
        </pc:spChg>
        <pc:graphicFrameChg chg="add del mod">
          <ac:chgData name="Ito, Norihiko (伊藤 憲彦)" userId="5a8f3f76-8491-4b6e-9a40-fdada8eb586e" providerId="ADAL" clId="{C0E4504F-F700-4BFD-8715-B86EC266A771}" dt="2023-01-15T12:55:48.983" v="2441"/>
          <ac:graphicFrameMkLst>
            <pc:docMk/>
            <pc:sldMk cId="1860360909" sldId="141169114"/>
            <ac:graphicFrameMk id="5" creationId="{0742FC3A-B2B9-AB0A-9011-DA72DE7AE701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08:50.425" v="5444"/>
          <ac:graphicFrameMkLst>
            <pc:docMk/>
            <pc:sldMk cId="1860360909" sldId="141169114"/>
            <ac:graphicFrameMk id="7" creationId="{70CA2405-17A9-E133-AF15-B2DEE16552C4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26:07.455" v="5965"/>
          <ac:graphicFrameMkLst>
            <pc:docMk/>
            <pc:sldMk cId="1860360909" sldId="141169114"/>
            <ac:graphicFrameMk id="9" creationId="{A26311F8-BE32-6899-8DEC-B589010ECB83}"/>
          </ac:graphicFrameMkLst>
        </pc:graphicFrameChg>
        <pc:picChg chg="add del mod">
          <ac:chgData name="Ito, Norihiko (伊藤 憲彦)" userId="5a8f3f76-8491-4b6e-9a40-fdada8eb586e" providerId="ADAL" clId="{C0E4504F-F700-4BFD-8715-B86EC266A771}" dt="2023-01-15T14:08:47.958" v="5442" actId="478"/>
          <ac:picMkLst>
            <pc:docMk/>
            <pc:sldMk cId="1860360909" sldId="141169114"/>
            <ac:picMk id="6" creationId="{61CE169F-4E25-8B7A-BB62-017B086313F0}"/>
          </ac:picMkLst>
        </pc:picChg>
        <pc:picChg chg="add del mod">
          <ac:chgData name="Ito, Norihiko (伊藤 憲彦)" userId="5a8f3f76-8491-4b6e-9a40-fdada8eb586e" providerId="ADAL" clId="{C0E4504F-F700-4BFD-8715-B86EC266A771}" dt="2023-01-15T14:26:05.140" v="5963" actId="478"/>
          <ac:picMkLst>
            <pc:docMk/>
            <pc:sldMk cId="1860360909" sldId="141169114"/>
            <ac:picMk id="8" creationId="{3368F727-2806-4CD7-6781-B80F2F7879DD}"/>
          </ac:picMkLst>
        </pc:picChg>
        <pc:picChg chg="add del mod">
          <ac:chgData name="Ito, Norihiko (伊藤 憲彦)" userId="5a8f3f76-8491-4b6e-9a40-fdada8eb586e" providerId="ADAL" clId="{C0E4504F-F700-4BFD-8715-B86EC266A771}" dt="2023-01-15T14:26:19.385" v="6001" actId="478"/>
          <ac:picMkLst>
            <pc:docMk/>
            <pc:sldMk cId="1860360909" sldId="141169114"/>
            <ac:picMk id="10" creationId="{8BAE013D-B1EC-1B0F-3012-C575A8BE4900}"/>
          </ac:picMkLst>
        </pc:picChg>
        <pc:picChg chg="add del mod">
          <ac:chgData name="Ito, Norihiko (伊藤 憲彦)" userId="5a8f3f76-8491-4b6e-9a40-fdada8eb586e" providerId="ADAL" clId="{C0E4504F-F700-4BFD-8715-B86EC266A771}" dt="2023-01-15T15:09:13.181" v="8326" actId="478"/>
          <ac:picMkLst>
            <pc:docMk/>
            <pc:sldMk cId="1860360909" sldId="141169114"/>
            <ac:picMk id="11" creationId="{8E5757F7-9F1B-36D4-7EAD-DA31D3227746}"/>
          </ac:picMkLst>
        </pc:picChg>
        <pc:picChg chg="add mod">
          <ac:chgData name="Ito, Norihiko (伊藤 憲彦)" userId="5a8f3f76-8491-4b6e-9a40-fdada8eb586e" providerId="ADAL" clId="{C0E4504F-F700-4BFD-8715-B86EC266A771}" dt="2023-01-15T15:11:03.839" v="8356" actId="1076"/>
          <ac:picMkLst>
            <pc:docMk/>
            <pc:sldMk cId="1860360909" sldId="141169114"/>
            <ac:picMk id="12" creationId="{341B6BB6-A285-A557-30D1-6AFECD065010}"/>
          </ac:picMkLst>
        </pc:picChg>
        <pc:picChg chg="del">
          <ac:chgData name="Ito, Norihiko (伊藤 憲彦)" userId="5a8f3f76-8491-4b6e-9a40-fdada8eb586e" providerId="ADAL" clId="{C0E4504F-F700-4BFD-8715-B86EC266A771}" dt="2023-01-14T02:36:32.973" v="1490" actId="478"/>
          <ac:picMkLst>
            <pc:docMk/>
            <pc:sldMk cId="1860360909" sldId="141169114"/>
            <ac:picMk id="16" creationId="{CB00CBB6-09EE-0C99-869F-16231ECDEDFB}"/>
          </ac:picMkLst>
        </pc:picChg>
      </pc:sldChg>
      <pc:sldChg chg="modSp add mod">
        <pc:chgData name="Ito, Norihiko (伊藤 憲彦)" userId="5a8f3f76-8491-4b6e-9a40-fdada8eb586e" providerId="ADAL" clId="{C0E4504F-F700-4BFD-8715-B86EC266A771}" dt="2023-01-15T13:58:25.664" v="5441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C0E4504F-F700-4BFD-8715-B86EC266A771}" dt="2023-01-15T13:58:25.664" v="5441"/>
          <ac:spMkLst>
            <pc:docMk/>
            <pc:sldMk cId="3272460462" sldId="14116911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3:38.921" v="5037" actId="6549"/>
          <ac:spMkLst>
            <pc:docMk/>
            <pc:sldMk cId="3272460462" sldId="141169115"/>
            <ac:spMk id="3" creationId="{066CBCDC-9B3E-4A79-A544-DA5F345E8F12}"/>
          </ac:spMkLst>
        </pc:spChg>
      </pc:sldChg>
      <pc:sldMasterChg chg="modSp mod">
        <pc:chgData name="Ito, Norihiko (伊藤 憲彦)" userId="5a8f3f76-8491-4b6e-9a40-fdada8eb586e" providerId="ADAL" clId="{C0E4504F-F700-4BFD-8715-B86EC266A771}" dt="2023-01-14T02:01:56.063" v="17" actId="6549"/>
        <pc:sldMasterMkLst>
          <pc:docMk/>
          <pc:sldMasterMk cId="1719898736" sldId="2147483670"/>
        </pc:sldMasterMkLst>
        <pc:spChg chg="mod">
          <ac:chgData name="Ito, Norihiko (伊藤 憲彦)" userId="5a8f3f76-8491-4b6e-9a40-fdada8eb586e" providerId="ADAL" clId="{C0E4504F-F700-4BFD-8715-B86EC266A771}" dt="2023-01-14T02:01:56.063" v="17" actId="6549"/>
          <ac:spMkLst>
            <pc:docMk/>
            <pc:sldMasterMk cId="1719898736" sldId="2147483670"/>
            <ac:spMk id="7" creationId="{F2016A98-95E0-49E9-AA37-1CF2D4B6C062}"/>
          </ac:spMkLst>
        </pc:spChg>
      </pc:sldMasterChg>
    </pc:docChg>
  </pc:docChgLst>
  <pc:docChgLst>
    <pc:chgData name="Ito, Norihiko (伊藤 憲彦)" userId="5a8f3f76-8491-4b6e-9a40-fdada8eb586e" providerId="ADAL" clId="{7A861C44-14B8-4AD2-B137-42F8BA138CEB}"/>
    <pc:docChg chg="undo custSel addSld delSld modSld sldOrd">
      <pc:chgData name="Ito, Norihiko (伊藤 憲彦)" userId="5a8f3f76-8491-4b6e-9a40-fdada8eb586e" providerId="ADAL" clId="{7A861C44-14B8-4AD2-B137-42F8BA138CEB}" dt="2022-09-04T14:30:19.882" v="3777"/>
      <pc:docMkLst>
        <pc:docMk/>
      </pc:docMkLst>
      <pc:sldChg chg="delSp mod">
        <pc:chgData name="Ito, Norihiko (伊藤 憲彦)" userId="5a8f3f76-8491-4b6e-9a40-fdada8eb586e" providerId="ADAL" clId="{7A861C44-14B8-4AD2-B137-42F8BA138CEB}" dt="2022-09-04T13:17:13.996" v="8" actId="478"/>
        <pc:sldMkLst>
          <pc:docMk/>
          <pc:sldMk cId="1487328279" sldId="266"/>
        </pc:sldMkLst>
        <pc:spChg chg="del">
          <ac:chgData name="Ito, Norihiko (伊藤 憲彦)" userId="5a8f3f76-8491-4b6e-9a40-fdada8eb586e" providerId="ADAL" clId="{7A861C44-14B8-4AD2-B137-42F8BA138CEB}" dt="2022-09-04T13:17:13.996" v="8" actId="478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8:46" v="3693" actId="6549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A861C44-14B8-4AD2-B137-42F8BA138CEB}" dt="2022-09-04T14:28:46" v="3693" actId="6549"/>
          <ac:spMkLst>
            <pc:docMk/>
            <pc:sldMk cId="2942643188" sldId="27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2942643188" sldId="275"/>
            <ac:spMk id="4" creationId="{3944DD03-7903-44C4-8B28-7576E9273C15}"/>
          </ac:spMkLst>
        </pc:spChg>
        <pc:spChg chg="mod">
          <ac:chgData name="Ito, Norihiko (伊藤 憲彦)" userId="5a8f3f76-8491-4b6e-9a40-fdada8eb586e" providerId="ADAL" clId="{7A861C44-14B8-4AD2-B137-42F8BA138CEB}" dt="2022-09-04T14:25:46.468" v="343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A861C44-14B8-4AD2-B137-42F8BA138CEB}" dt="2022-09-04T14:26:58.531" v="3474" actId="14100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8:31.313" v="3686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add mod">
        <pc:chgData name="Ito, Norihiko (伊藤 憲彦)" userId="5a8f3f76-8491-4b6e-9a40-fdada8eb586e" providerId="ADAL" clId="{7A861C44-14B8-4AD2-B137-42F8BA138CEB}" dt="2022-09-04T14:29:02.917" v="3698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A861C44-14B8-4AD2-B137-42F8BA138CEB}" dt="2022-09-04T14:29:02.917" v="3698"/>
          <ac:spMkLst>
            <pc:docMk/>
            <pc:sldMk cId="1117905818" sldId="27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117905818" sldId="278"/>
            <ac:spMk id="4" creationId="{3944DD03-7903-44C4-8B28-7576E9273C15}"/>
          </ac:spMkLst>
        </pc:spChg>
      </pc:sldChg>
      <pc:sldChg chg="modSp add">
        <pc:chgData name="Ito, Norihiko (伊藤 憲彦)" userId="5a8f3f76-8491-4b6e-9a40-fdada8eb586e" providerId="ADAL" clId="{7A861C44-14B8-4AD2-B137-42F8BA138CEB}" dt="2022-09-04T14:25:23.406" v="3384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679173106" sldId="279"/>
            <ac:spMk id="4" creationId="{3944DD03-7903-44C4-8B28-7576E9273C15}"/>
          </ac:spMkLst>
        </pc:spChg>
      </pc:sldChg>
      <pc:sldChg chg="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209839437" sldId="280"/>
        </pc:sldMkLst>
      </pc:sldChg>
      <pc:sldChg chg="modSp add mod ord">
        <pc:chgData name="Ito, Norihiko (伊藤 憲彦)" userId="5a8f3f76-8491-4b6e-9a40-fdada8eb586e" providerId="ADAL" clId="{7A861C44-14B8-4AD2-B137-42F8BA138CEB}" dt="2022-09-04T14:29:32.819" v="3747"/>
        <pc:sldMkLst>
          <pc:docMk/>
          <pc:sldMk cId="1260283265" sldId="280"/>
        </pc:sldMkLst>
        <pc:spChg chg="mod">
          <ac:chgData name="Ito, Norihiko (伊藤 憲彦)" userId="5a8f3f76-8491-4b6e-9a40-fdada8eb586e" providerId="ADAL" clId="{7A861C44-14B8-4AD2-B137-42F8BA138CEB}" dt="2022-09-04T14:29:29.306" v="3738"/>
          <ac:spMkLst>
            <pc:docMk/>
            <pc:sldMk cId="1260283265" sldId="28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32.819" v="3747"/>
          <ac:graphicFrameMkLst>
            <pc:docMk/>
            <pc:sldMk cId="1260283265" sldId="280"/>
            <ac:graphicFrameMk id="5" creationId="{D1655239-83B4-4A65-80FC-D96233BCA0DB}"/>
          </ac:graphicFrameMkLst>
        </pc:graphicFrameChg>
      </pc:sldChg>
      <pc:sldChg chg="delSp modSp mod">
        <pc:chgData name="Ito, Norihiko (伊藤 憲彦)" userId="5a8f3f76-8491-4b6e-9a40-fdada8eb586e" providerId="ADAL" clId="{7A861C44-14B8-4AD2-B137-42F8BA138CEB}" dt="2022-09-04T13:13:33.701" v="5" actId="40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A861C44-14B8-4AD2-B137-42F8BA138CEB}" dt="2022-09-04T13:13:33.701" v="5" actId="404"/>
          <ac:spMkLst>
            <pc:docMk/>
            <pc:sldMk cId="3021197836" sldId="11740"/>
            <ac:spMk id="2" creationId="{DB38A33D-A451-4BE5-8C41-DDC62847ADDA}"/>
          </ac:spMkLst>
        </pc:spChg>
        <pc:spChg chg="del">
          <ac:chgData name="Ito, Norihiko (伊藤 憲彦)" userId="5a8f3f76-8491-4b6e-9a40-fdada8eb586e" providerId="ADAL" clId="{7A861C44-14B8-4AD2-B137-42F8BA138CEB}" dt="2022-09-04T13:13:08.108" v="0" actId="478"/>
          <ac:spMkLst>
            <pc:docMk/>
            <pc:sldMk cId="3021197836" sldId="11740"/>
            <ac:spMk id="5" creationId="{C8BEC639-B2B0-3152-9729-7447F866E510}"/>
          </ac:spMkLst>
        </pc:spChg>
      </pc:sldChg>
      <pc:sldChg chg="delSp mod">
        <pc:chgData name="Ito, Norihiko (伊藤 憲彦)" userId="5a8f3f76-8491-4b6e-9a40-fdada8eb586e" providerId="ADAL" clId="{7A861C44-14B8-4AD2-B137-42F8BA138CEB}" dt="2022-09-04T13:14:12.248" v="7" actId="478"/>
        <pc:sldMkLst>
          <pc:docMk/>
          <pc:sldMk cId="3725738145" sldId="11745"/>
        </pc:sldMkLst>
        <pc:spChg chg="del">
          <ac:chgData name="Ito, Norihiko (伊藤 憲彦)" userId="5a8f3f76-8491-4b6e-9a40-fdada8eb586e" providerId="ADAL" clId="{7A861C44-14B8-4AD2-B137-42F8BA138CEB}" dt="2022-09-04T13:14:12.248" v="7" actId="478"/>
          <ac:spMkLst>
            <pc:docMk/>
            <pc:sldMk cId="3725738145" sldId="11745"/>
            <ac:spMk id="61" creationId="{7B4BA46A-87E1-2890-2962-CC4C129ED378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3.608" v="3763"/>
        <pc:sldMkLst>
          <pc:docMk/>
          <pc:sldMk cId="4031807122" sldId="11749"/>
        </pc:sldMkLst>
        <pc:spChg chg="mod">
          <ac:chgData name="Ito, Norihiko (伊藤 憲彦)" userId="5a8f3f76-8491-4b6e-9a40-fdada8eb586e" providerId="ADAL" clId="{7A861C44-14B8-4AD2-B137-42F8BA138CEB}" dt="2022-09-04T14:30:13.608" v="3763"/>
          <ac:spMkLst>
            <pc:docMk/>
            <pc:sldMk cId="4031807122" sldId="11749"/>
            <ac:spMk id="2" creationId="{74DA7157-83E3-4C31-AD3F-CB90DD2A7DE1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9.882" v="3777"/>
        <pc:sldMkLst>
          <pc:docMk/>
          <pc:sldMk cId="1134108526" sldId="11750"/>
        </pc:sldMkLst>
        <pc:spChg chg="mod">
          <ac:chgData name="Ito, Norihiko (伊藤 憲彦)" userId="5a8f3f76-8491-4b6e-9a40-fdada8eb586e" providerId="ADAL" clId="{7A861C44-14B8-4AD2-B137-42F8BA138CEB}" dt="2022-09-04T14:30:19.882" v="3777"/>
          <ac:spMkLst>
            <pc:docMk/>
            <pc:sldMk cId="1134108526" sldId="11750"/>
            <ac:spMk id="2" creationId="{74DA7157-83E3-4C31-AD3F-CB90DD2A7DE1}"/>
          </ac:spMkLst>
        </pc:spChg>
      </pc:sldChg>
      <pc:sldChg chg="del">
        <pc:chgData name="Ito, Norihiko (伊藤 憲彦)" userId="5a8f3f76-8491-4b6e-9a40-fdada8eb586e" providerId="ADAL" clId="{7A861C44-14B8-4AD2-B137-42F8BA138CEB}" dt="2022-09-04T13:17:21.562" v="9" actId="47"/>
        <pc:sldMkLst>
          <pc:docMk/>
          <pc:sldMk cId="3245149369" sldId="141169095"/>
        </pc:sldMkLst>
      </pc:sldChg>
      <pc:sldChg chg="modSp add mod ord">
        <pc:chgData name="Ito, Norihiko (伊藤 憲彦)" userId="5a8f3f76-8491-4b6e-9a40-fdada8eb586e" providerId="ADAL" clId="{7A861C44-14B8-4AD2-B137-42F8BA138CEB}" dt="2022-09-04T14:29:22.951" v="3716"/>
        <pc:sldMkLst>
          <pc:docMk/>
          <pc:sldMk cId="1203760687" sldId="141169100"/>
        </pc:sldMkLst>
        <pc:spChg chg="mod">
          <ac:chgData name="Ito, Norihiko (伊藤 憲彦)" userId="5a8f3f76-8491-4b6e-9a40-fdada8eb586e" providerId="ADAL" clId="{7A861C44-14B8-4AD2-B137-42F8BA138CEB}" dt="2022-09-04T14:29:19.621" v="3707"/>
          <ac:spMkLst>
            <pc:docMk/>
            <pc:sldMk cId="1203760687" sldId="14116910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22.951" v="3716"/>
          <ac:graphicFrameMkLst>
            <pc:docMk/>
            <pc:sldMk cId="1203760687" sldId="141169100"/>
            <ac:graphicFrameMk id="5" creationId="{D1655239-83B4-4A65-80FC-D96233BCA0DB}"/>
          </ac:graphicFrameMkLst>
        </pc:graphicFrameChg>
      </pc:sldChg>
      <pc:sldChg chg="modSp 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334016563" sldId="141169100"/>
        </pc:sldMkLst>
        <pc:graphicFrameChg chg="mod modGraphic">
          <ac:chgData name="Ito, Norihiko (伊藤 憲彦)" userId="5a8f3f76-8491-4b6e-9a40-fdada8eb586e" providerId="ADAL" clId="{7A861C44-14B8-4AD2-B137-42F8BA138CEB}" dt="2022-09-04T13:19:02.036" v="19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delSp mod">
        <pc:chgData name="Ito, Norihiko (伊藤 憲彦)" userId="5a8f3f76-8491-4b6e-9a40-fdada8eb586e" providerId="ADAL" clId="{7A861C44-14B8-4AD2-B137-42F8BA138CEB}" dt="2022-09-04T13:14:03.545" v="6" actId="478"/>
        <pc:sldMkLst>
          <pc:docMk/>
          <pc:sldMk cId="3974218614" sldId="141169101"/>
        </pc:sldMkLst>
        <pc:spChg chg="del">
          <ac:chgData name="Ito, Norihiko (伊藤 憲彦)" userId="5a8f3f76-8491-4b6e-9a40-fdada8eb586e" providerId="ADAL" clId="{7A861C44-14B8-4AD2-B137-42F8BA138CEB}" dt="2022-09-04T13:14:03.545" v="6" actId="478"/>
          <ac:spMkLst>
            <pc:docMk/>
            <pc:sldMk cId="3974218614" sldId="141169101"/>
            <ac:spMk id="6" creationId="{A8ACD471-ECFC-BD33-016F-FA9BB5A1D755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5:14.580" v="3383" actId="20577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7A861C44-14B8-4AD2-B137-42F8BA138CEB}" dt="2022-09-04T14:25:14.580" v="3383" actId="20577"/>
          <ac:spMkLst>
            <pc:docMk/>
            <pc:sldMk cId="804395964" sldId="141169102"/>
            <ac:spMk id="2" creationId="{45C5C1B5-6528-64C0-03EC-622457A1A540}"/>
          </ac:spMkLst>
        </pc:spChg>
      </pc:sldChg>
    </pc:docChg>
  </pc:docChgLst>
  <pc:docChgLst>
    <pc:chgData name="Joko, Masaya (上甲 雅也)" userId="e29bd86f-2f1e-4896-8185-435ab57e70fa" providerId="ADAL" clId="{921485AC-4489-4960-B292-975C659AF67A}"/>
    <pc:docChg chg="undo redo custSel addSld delSld modSld sldOrd">
      <pc:chgData name="Joko, Masaya (上甲 雅也)" userId="e29bd86f-2f1e-4896-8185-435ab57e70fa" providerId="ADAL" clId="{921485AC-4489-4960-B292-975C659AF67A}" dt="2022-09-01T05:37:50.185" v="11923" actId="729"/>
      <pc:docMkLst>
        <pc:docMk/>
      </pc:docMkLst>
      <pc:sldChg chg="addSp modSp mod">
        <pc:chgData name="Joko, Masaya (上甲 雅也)" userId="e29bd86f-2f1e-4896-8185-435ab57e70fa" providerId="ADAL" clId="{921485AC-4489-4960-B292-975C659AF67A}" dt="2022-08-30T05:34:47.332" v="3653" actId="14100"/>
        <pc:sldMkLst>
          <pc:docMk/>
          <pc:sldMk cId="1487328279" sldId="266"/>
        </pc:sldMkLst>
        <pc:spChg chg="add mod">
          <ac:chgData name="Joko, Masaya (上甲 雅也)" userId="e29bd86f-2f1e-4896-8185-435ab57e70fa" providerId="ADAL" clId="{921485AC-4489-4960-B292-975C659AF67A}" dt="2022-08-30T05:34:47.332" v="3653" actId="14100"/>
          <ac:spMkLst>
            <pc:docMk/>
            <pc:sldMk cId="1487328279" sldId="266"/>
            <ac:spMk id="2" creationId="{3E3F9DE2-13D0-C1A4-F2D6-1C2A03AB09DA}"/>
          </ac:spMkLst>
        </pc:spChg>
      </pc:sldChg>
      <pc:sldChg chg="addSp delSp modSp mod or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209839437" sldId="280"/>
        </pc:sldMkLst>
        <pc:spChg chg="mod">
          <ac:chgData name="Joko, Masaya (上甲 雅也)" userId="e29bd86f-2f1e-4896-8185-435ab57e70fa" providerId="ADAL" clId="{921485AC-4489-4960-B292-975C659AF67A}" dt="2022-08-30T10:08:47.765" v="10250" actId="20577"/>
          <ac:spMkLst>
            <pc:docMk/>
            <pc:sldMk cId="1209839437" sldId="280"/>
            <ac:spMk id="2" creationId="{74DA7157-83E3-4C31-AD3F-CB90DD2A7DE1}"/>
          </ac:spMkLst>
        </pc:spChg>
        <pc:spChg chg="del">
          <ac:chgData name="Joko, Masaya (上甲 雅也)" userId="e29bd86f-2f1e-4896-8185-435ab57e70fa" providerId="ADAL" clId="{921485AC-4489-4960-B292-975C659AF67A}" dt="2022-08-30T05:49:55.217" v="3661" actId="478"/>
          <ac:spMkLst>
            <pc:docMk/>
            <pc:sldMk cId="1209839437" sldId="280"/>
            <ac:spMk id="4" creationId="{3944DD03-7903-44C4-8B28-7576E9273C15}"/>
          </ac:spMkLst>
        </pc:spChg>
        <pc:spChg chg="add del">
          <ac:chgData name="Joko, Masaya (上甲 雅也)" userId="e29bd86f-2f1e-4896-8185-435ab57e70fa" providerId="ADAL" clId="{921485AC-4489-4960-B292-975C659AF67A}" dt="2022-09-01T00:35:42.494" v="10422" actId="22"/>
          <ac:spMkLst>
            <pc:docMk/>
            <pc:sldMk cId="1209839437" sldId="280"/>
            <ac:spMk id="4" creationId="{909B9CA0-2CA0-0030-CBC6-F865718164B4}"/>
          </ac:spMkLst>
        </pc:spChg>
        <pc:spChg chg="add del mod">
          <ac:chgData name="Joko, Masaya (上甲 雅也)" userId="e29bd86f-2f1e-4896-8185-435ab57e70fa" providerId="ADAL" clId="{921485AC-4489-4960-B292-975C659AF67A}" dt="2022-09-01T00:58:44.327" v="11922" actId="478"/>
          <ac:spMkLst>
            <pc:docMk/>
            <pc:sldMk cId="1209839437" sldId="280"/>
            <ac:spMk id="7" creationId="{18A1A7CF-F3AF-B840-E7FD-03AAC5EA1577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10:10:17.969" v="10380" actId="20577"/>
          <ac:graphicFrameMkLst>
            <pc:docMk/>
            <pc:sldMk cId="1209839437" sldId="280"/>
            <ac:graphicFrameMk id="5" creationId="{D1655239-83B4-4A65-80FC-D96233BCA0DB}"/>
          </ac:graphicFrameMkLst>
        </pc:graphicFrameChg>
      </pc:sldChg>
      <pc:sldChg chg="addSp delSp modSp mod">
        <pc:chgData name="Joko, Masaya (上甲 雅也)" userId="e29bd86f-2f1e-4896-8185-435ab57e70fa" providerId="ADAL" clId="{921485AC-4489-4960-B292-975C659AF67A}" dt="2022-08-30T06:08:27.606" v="3829" actId="1076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921485AC-4489-4960-B292-975C659AF67A}" dt="2022-08-30T05:20:15.816" v="3197" actId="14100"/>
          <ac:spMkLst>
            <pc:docMk/>
            <pc:sldMk cId="3725738145" sldId="11745"/>
            <ac:spMk id="18" creationId="{24115BBB-2A6C-5F70-23C6-FD7AABA1C762}"/>
          </ac:spMkLst>
        </pc:spChg>
        <pc:spChg chg="add del mod">
          <ac:chgData name="Joko, Masaya (上甲 雅也)" userId="e29bd86f-2f1e-4896-8185-435ab57e70fa" providerId="ADAL" clId="{921485AC-4489-4960-B292-975C659AF67A}" dt="2022-08-30T05:15:33.507" v="3055" actId="478"/>
          <ac:spMkLst>
            <pc:docMk/>
            <pc:sldMk cId="3725738145" sldId="11745"/>
            <ac:spMk id="58" creationId="{5A52AE9F-0164-0302-46EF-69194977183D}"/>
          </ac:spMkLst>
        </pc:spChg>
        <pc:spChg chg="add mod">
          <ac:chgData name="Joko, Masaya (上甲 雅也)" userId="e29bd86f-2f1e-4896-8185-435ab57e70fa" providerId="ADAL" clId="{921485AC-4489-4960-B292-975C659AF67A}" dt="2022-08-30T05:18:37.003" v="3196" actId="1076"/>
          <ac:spMkLst>
            <pc:docMk/>
            <pc:sldMk cId="3725738145" sldId="11745"/>
            <ac:spMk id="61" creationId="{7B4BA46A-87E1-2890-2962-CC4C129ED378}"/>
          </ac:spMkLst>
        </pc:spChg>
        <pc:spChg chg="add del mod">
          <ac:chgData name="Joko, Masaya (上甲 雅也)" userId="e29bd86f-2f1e-4896-8185-435ab57e70fa" providerId="ADAL" clId="{921485AC-4489-4960-B292-975C659AF67A}" dt="2022-08-30T05:17:28.347" v="3102" actId="478"/>
          <ac:spMkLst>
            <pc:docMk/>
            <pc:sldMk cId="3725738145" sldId="11745"/>
            <ac:spMk id="62" creationId="{FADAC14F-6C08-81F2-EC86-3809E2BB4F70}"/>
          </ac:spMkLst>
        </pc:spChg>
        <pc:spChg chg="mod">
          <ac:chgData name="Joko, Masaya (上甲 雅也)" userId="e29bd86f-2f1e-4896-8185-435ab57e70fa" providerId="ADAL" clId="{921485AC-4489-4960-B292-975C659AF67A}" dt="2022-08-30T06:08:27.606" v="3829" actId="1076"/>
          <ac:spMkLst>
            <pc:docMk/>
            <pc:sldMk cId="3725738145" sldId="11745"/>
            <ac:spMk id="68" creationId="{E7DDEF81-7B4F-9823-AEEB-C59455100D79}"/>
          </ac:spMkLst>
        </pc:spChg>
      </pc:sldChg>
      <pc:sldChg chg="modSp mod">
        <pc:chgData name="Joko, Masaya (上甲 雅也)" userId="e29bd86f-2f1e-4896-8185-435ab57e70fa" providerId="ADAL" clId="{921485AC-4489-4960-B292-975C659AF67A}" dt="2022-08-30T01:26:39.069" v="1638" actId="14100"/>
        <pc:sldMkLst>
          <pc:docMk/>
          <pc:sldMk cId="2971524525" sldId="11769"/>
        </pc:sldMkLst>
        <pc:cxnChg chg="mod">
          <ac:chgData name="Joko, Masaya (上甲 雅也)" userId="e29bd86f-2f1e-4896-8185-435ab57e70fa" providerId="ADAL" clId="{921485AC-4489-4960-B292-975C659AF67A}" dt="2022-08-30T01:26:39.069" v="1638" actId="14100"/>
          <ac:cxnSpMkLst>
            <pc:docMk/>
            <pc:sldMk cId="2971524525" sldId="11769"/>
            <ac:cxnSpMk id="84" creationId="{C9A3BBC6-EA15-73E2-6E2D-3784CCECA167}"/>
          </ac:cxnSpMkLst>
        </pc:cxnChg>
      </pc:sldChg>
      <pc:sldChg chg="addSp delSp modSp del mod">
        <pc:chgData name="Joko, Masaya (上甲 雅也)" userId="e29bd86f-2f1e-4896-8185-435ab57e70fa" providerId="ADAL" clId="{921485AC-4489-4960-B292-975C659AF67A}" dt="2022-08-31T01:37:13.036" v="10382" actId="47"/>
        <pc:sldMkLst>
          <pc:docMk/>
          <pc:sldMk cId="977846790" sldId="141169094"/>
        </pc:sldMkLst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" creationId="{929D0CE9-BAC1-09FA-FCC0-4173BCD88F40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7" creationId="{B975109E-446F-A6D6-74FA-3F30659E77AC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9" creationId="{DB770396-F6BD-F573-5B35-58D3D95D9D6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0" creationId="{4ED4FA39-E9A5-3862-4F33-3E1416459E71}"/>
          </ac:spMkLst>
        </pc:spChg>
        <pc:spChg chg="mod topLvl">
          <ac:chgData name="Joko, Masaya (上甲 雅也)" userId="e29bd86f-2f1e-4896-8185-435ab57e70fa" providerId="ADAL" clId="{921485AC-4489-4960-B292-975C659AF67A}" dt="2022-08-30T02:22:06.392" v="2507" actId="20577"/>
          <ac:spMkLst>
            <pc:docMk/>
            <pc:sldMk cId="977846790" sldId="141169094"/>
            <ac:spMk id="11" creationId="{A941ED21-60F9-E989-9F99-071D9CAD3F61}"/>
          </ac:spMkLst>
        </pc:spChg>
        <pc:spChg chg="mod topLvl">
          <ac:chgData name="Joko, Masaya (上甲 雅也)" userId="e29bd86f-2f1e-4896-8185-435ab57e70fa" providerId="ADAL" clId="{921485AC-4489-4960-B292-975C659AF67A}" dt="2022-08-30T01:46:10.408" v="1641" actId="20577"/>
          <ac:spMkLst>
            <pc:docMk/>
            <pc:sldMk cId="977846790" sldId="141169094"/>
            <ac:spMk id="12" creationId="{18165C24-7B7F-3DE2-BAF1-AC0DDCE8E98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3" creationId="{23D16E15-ABBB-531E-857D-F16AA90FBD8A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5" creationId="{042646DC-88F9-E5F0-D098-C25C91C8800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7" creationId="{91218CBA-4687-E40D-7461-62BB75312771}"/>
          </ac:spMkLst>
        </pc:spChg>
        <pc:spChg chg="mod topLvl">
          <ac:chgData name="Joko, Masaya (上甲 雅也)" userId="e29bd86f-2f1e-4896-8185-435ab57e70fa" providerId="ADAL" clId="{921485AC-4489-4960-B292-975C659AF67A}" dt="2022-08-30T02:18:09.912" v="2481" actId="207"/>
          <ac:spMkLst>
            <pc:docMk/>
            <pc:sldMk cId="977846790" sldId="141169094"/>
            <ac:spMk id="18" creationId="{6377F222-F20A-B631-A60F-6D7E30F62F72}"/>
          </ac:spMkLst>
        </pc:spChg>
        <pc:spChg chg="mod topLvl">
          <ac:chgData name="Joko, Masaya (上甲 雅也)" userId="e29bd86f-2f1e-4896-8185-435ab57e70fa" providerId="ADAL" clId="{921485AC-4489-4960-B292-975C659AF67A}" dt="2022-08-30T05:10:34.654" v="2995" actId="20577"/>
          <ac:spMkLst>
            <pc:docMk/>
            <pc:sldMk cId="977846790" sldId="141169094"/>
            <ac:spMk id="20" creationId="{B59E5F00-FB65-0673-11B8-8743CFEDA57E}"/>
          </ac:spMkLst>
        </pc:spChg>
        <pc:spChg chg="mod topLvl">
          <ac:chgData name="Joko, Masaya (上甲 雅也)" userId="e29bd86f-2f1e-4896-8185-435ab57e70fa" providerId="ADAL" clId="{921485AC-4489-4960-B292-975C659AF67A}" dt="2022-08-30T02:18:42.077" v="2492" actId="207"/>
          <ac:spMkLst>
            <pc:docMk/>
            <pc:sldMk cId="977846790" sldId="141169094"/>
            <ac:spMk id="21" creationId="{C98B876F-21FA-E992-FA49-13934A486998}"/>
          </ac:spMkLst>
        </pc:spChg>
        <pc:spChg chg="mod topLvl">
          <ac:chgData name="Joko, Masaya (上甲 雅也)" userId="e29bd86f-2f1e-4896-8185-435ab57e70fa" providerId="ADAL" clId="{921485AC-4489-4960-B292-975C659AF67A}" dt="2022-08-30T02:18:45.548" v="2493" actId="207"/>
          <ac:spMkLst>
            <pc:docMk/>
            <pc:sldMk cId="977846790" sldId="141169094"/>
            <ac:spMk id="22" creationId="{A2A706B5-24EE-3366-1713-1FBC18F41148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3" creationId="{686D30BE-E01D-A856-554B-365EE4A3C106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4" creationId="{C38FC954-1C70-EC45-5A52-DCCA2BC020DA}"/>
          </ac:spMkLst>
        </pc:spChg>
        <pc:spChg chg="mod topLvl">
          <ac:chgData name="Joko, Masaya (上甲 雅也)" userId="e29bd86f-2f1e-4896-8185-435ab57e70fa" providerId="ADAL" clId="{921485AC-4489-4960-B292-975C659AF67A}" dt="2022-08-30T05:10:02.396" v="2977" actId="20577"/>
          <ac:spMkLst>
            <pc:docMk/>
            <pc:sldMk cId="977846790" sldId="141169094"/>
            <ac:spMk id="25" creationId="{BC3A9C9D-51CF-5AE5-F5F9-9601B6D288C4}"/>
          </ac:spMkLst>
        </pc:spChg>
        <pc:spChg chg="mod topLvl">
          <ac:chgData name="Joko, Masaya (上甲 雅也)" userId="e29bd86f-2f1e-4896-8185-435ab57e70fa" providerId="ADAL" clId="{921485AC-4489-4960-B292-975C659AF67A}" dt="2022-08-30T05:10:08.770" v="2987" actId="20577"/>
          <ac:spMkLst>
            <pc:docMk/>
            <pc:sldMk cId="977846790" sldId="141169094"/>
            <ac:spMk id="26" creationId="{2BB46A05-A800-50AA-ADB4-85523BA777A6}"/>
          </ac:spMkLst>
        </pc:spChg>
        <pc:spChg chg="mod topLvl">
          <ac:chgData name="Joko, Masaya (上甲 雅也)" userId="e29bd86f-2f1e-4896-8185-435ab57e70fa" providerId="ADAL" clId="{921485AC-4489-4960-B292-975C659AF67A}" dt="2022-08-30T05:42:14.715" v="3654" actId="14100"/>
          <ac:spMkLst>
            <pc:docMk/>
            <pc:sldMk cId="977846790" sldId="141169094"/>
            <ac:spMk id="29" creationId="{4D0BC6A5-C6E9-FF7F-5E49-FD77328E6F6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1" creationId="{E61BE3C2-B33D-733B-4A49-B7C70A2797F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2" creationId="{4785E0EE-4DC1-D832-3DD4-18211F8CCBB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3" creationId="{7348B0DD-C7AB-AC7D-7857-967F81F4A2F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4" creationId="{B8BFB461-30C0-D17A-DCF9-7A351D39661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5" creationId="{8EC1AD20-2F89-0B40-F747-94D93AD70464}"/>
          </ac:spMkLst>
        </pc:spChg>
        <pc:spChg chg="mod topLvl">
          <ac:chgData name="Joko, Masaya (上甲 雅也)" userId="e29bd86f-2f1e-4896-8185-435ab57e70fa" providerId="ADAL" clId="{921485AC-4489-4960-B292-975C659AF67A}" dt="2022-08-30T02:18:16.812" v="2483" actId="207"/>
          <ac:spMkLst>
            <pc:docMk/>
            <pc:sldMk cId="977846790" sldId="141169094"/>
            <ac:spMk id="36" creationId="{3FBF0D7C-217E-0523-42F4-2D0EC472366C}"/>
          </ac:spMkLst>
        </pc:spChg>
        <pc:spChg chg="mod topLvl">
          <ac:chgData name="Joko, Masaya (上甲 雅也)" userId="e29bd86f-2f1e-4896-8185-435ab57e70fa" providerId="ADAL" clId="{921485AC-4489-4960-B292-975C659AF67A}" dt="2022-08-30T02:18:18.666" v="2484" actId="207"/>
          <ac:spMkLst>
            <pc:docMk/>
            <pc:sldMk cId="977846790" sldId="141169094"/>
            <ac:spMk id="37" creationId="{E8F5FFDC-C712-63F5-0499-626B59EA7254}"/>
          </ac:spMkLst>
        </pc:spChg>
        <pc:spChg chg="mod topLvl">
          <ac:chgData name="Joko, Masaya (上甲 雅也)" userId="e29bd86f-2f1e-4896-8185-435ab57e70fa" providerId="ADAL" clId="{921485AC-4489-4960-B292-975C659AF67A}" dt="2022-08-30T02:18:14.507" v="2482" actId="207"/>
          <ac:spMkLst>
            <pc:docMk/>
            <pc:sldMk cId="977846790" sldId="141169094"/>
            <ac:spMk id="38" creationId="{8013AFEF-4FA3-B98E-BC43-72CDDAD7D8CA}"/>
          </ac:spMkLst>
        </pc:spChg>
        <pc:spChg chg="mod topLvl">
          <ac:chgData name="Joko, Masaya (上甲 雅也)" userId="e29bd86f-2f1e-4896-8185-435ab57e70fa" providerId="ADAL" clId="{921485AC-4489-4960-B292-975C659AF67A}" dt="2022-08-30T02:18:20.927" v="2485" actId="207"/>
          <ac:spMkLst>
            <pc:docMk/>
            <pc:sldMk cId="977846790" sldId="141169094"/>
            <ac:spMk id="39" creationId="{C1826B3B-7DAD-5703-C90A-F48F100725A5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0" creationId="{036B65FE-B9D5-18B9-DC81-77C4883E33DF}"/>
          </ac:spMkLst>
        </pc:spChg>
        <pc:spChg chg="mod topLvl">
          <ac:chgData name="Joko, Masaya (上甲 雅也)" userId="e29bd86f-2f1e-4896-8185-435ab57e70fa" providerId="ADAL" clId="{921485AC-4489-4960-B292-975C659AF67A}" dt="2022-08-30T02:18:23.531" v="2486" actId="207"/>
          <ac:spMkLst>
            <pc:docMk/>
            <pc:sldMk cId="977846790" sldId="141169094"/>
            <ac:spMk id="43" creationId="{7593F84A-DFB5-3694-CF12-B251BBC6328D}"/>
          </ac:spMkLst>
        </pc:spChg>
        <pc:spChg chg="add mod topLvl">
          <ac:chgData name="Joko, Masaya (上甲 雅也)" userId="e29bd86f-2f1e-4896-8185-435ab57e70fa" providerId="ADAL" clId="{921485AC-4489-4960-B292-975C659AF67A}" dt="2022-08-30T02:18:27.455" v="2487" actId="207"/>
          <ac:spMkLst>
            <pc:docMk/>
            <pc:sldMk cId="977846790" sldId="141169094"/>
            <ac:spMk id="45" creationId="{9AF72EA2-4FBB-CB52-B4EB-6624D2B0CA49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6" creationId="{982CE3D6-70B0-D67E-B871-151A4E312F3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7" creationId="{221A0468-AA4F-C66D-5046-299342714E2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8" creationId="{287C8EC1-A6D6-8824-3C62-4481467A20A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9" creationId="{2695578C-AD7B-CDC3-F6A6-EE2B5E91584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0" creationId="{6C7B611E-04D9-8357-9F32-E29660F402D2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1" creationId="{012AB75D-5BBD-9599-1AD5-4C0F54DF8972}"/>
          </ac:spMkLst>
        </pc:spChg>
        <pc:spChg chg="add mod topLvl">
          <ac:chgData name="Joko, Masaya (上甲 雅也)" userId="e29bd86f-2f1e-4896-8185-435ab57e70fa" providerId="ADAL" clId="{921485AC-4489-4960-B292-975C659AF67A}" dt="2022-08-30T02:18:29.845" v="2488" actId="207"/>
          <ac:spMkLst>
            <pc:docMk/>
            <pc:sldMk cId="977846790" sldId="141169094"/>
            <ac:spMk id="52" creationId="{D57824B6-EDFF-9553-E9A4-354C05684632}"/>
          </ac:spMkLst>
        </pc:spChg>
        <pc:spChg chg="add mod topLvl">
          <ac:chgData name="Joko, Masaya (上甲 雅也)" userId="e29bd86f-2f1e-4896-8185-435ab57e70fa" providerId="ADAL" clId="{921485AC-4489-4960-B292-975C659AF67A}" dt="2022-08-30T02:18:31.782" v="2489" actId="207"/>
          <ac:spMkLst>
            <pc:docMk/>
            <pc:sldMk cId="977846790" sldId="141169094"/>
            <ac:spMk id="53" creationId="{E8D5B7B5-8A19-6309-BADF-BA05978B5F58}"/>
          </ac:spMkLst>
        </pc:spChg>
        <pc:spChg chg="add mod topLvl">
          <ac:chgData name="Joko, Masaya (上甲 雅也)" userId="e29bd86f-2f1e-4896-8185-435ab57e70fa" providerId="ADAL" clId="{921485AC-4489-4960-B292-975C659AF67A}" dt="2022-08-30T02:18:34.807" v="2490" actId="207"/>
          <ac:spMkLst>
            <pc:docMk/>
            <pc:sldMk cId="977846790" sldId="141169094"/>
            <ac:spMk id="54" creationId="{CF2859F9-523C-D356-B8AB-2F8E92775B4F}"/>
          </ac:spMkLst>
        </pc:spChg>
        <pc:spChg chg="add mod topLvl">
          <ac:chgData name="Joko, Masaya (上甲 雅也)" userId="e29bd86f-2f1e-4896-8185-435ab57e70fa" providerId="ADAL" clId="{921485AC-4489-4960-B292-975C659AF67A}" dt="2022-08-30T02:18:37.465" v="2491" actId="207"/>
          <ac:spMkLst>
            <pc:docMk/>
            <pc:sldMk cId="977846790" sldId="141169094"/>
            <ac:spMk id="55" creationId="{2003A6A8-49A0-52FE-4ACA-3334DF953663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6" creationId="{9D252809-C643-8F6B-E8B9-8EA7BFBBC08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7" creationId="{53F1C802-1455-CE7A-8DA3-D80240EB0B1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8" creationId="{C7D1AE61-AFD2-6970-EE55-8B07A743ED0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9" creationId="{853A40F5-152F-A26C-6DEC-F7B59C9DEF5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60" creationId="{46341F29-3E32-3B21-75F2-5D89868A2215}"/>
          </ac:spMkLst>
        </pc:spChg>
        <pc:spChg chg="add mod">
          <ac:chgData name="Joko, Masaya (上甲 雅也)" userId="e29bd86f-2f1e-4896-8185-435ab57e70fa" providerId="ADAL" clId="{921485AC-4489-4960-B292-975C659AF67A}" dt="2022-08-30T05:09:08.212" v="2945" actId="1076"/>
          <ac:spMkLst>
            <pc:docMk/>
            <pc:sldMk cId="977846790" sldId="141169094"/>
            <ac:spMk id="61" creationId="{501BF5DC-DB47-1058-A7B2-27D8D8D7EF7E}"/>
          </ac:spMkLst>
        </pc:spChg>
        <pc:spChg chg="add mod">
          <ac:chgData name="Joko, Masaya (上甲 雅也)" userId="e29bd86f-2f1e-4896-8185-435ab57e70fa" providerId="ADAL" clId="{921485AC-4489-4960-B292-975C659AF67A}" dt="2022-08-30T05:32:58.615" v="3578" actId="20577"/>
          <ac:spMkLst>
            <pc:docMk/>
            <pc:sldMk cId="977846790" sldId="141169094"/>
            <ac:spMk id="62" creationId="{F6355A10-20C7-590F-9920-EBB8B5B64611}"/>
          </ac:spMkLst>
        </pc:spChg>
        <pc:grpChg chg="add del mod">
          <ac:chgData name="Joko, Masaya (上甲 雅也)" userId="e29bd86f-2f1e-4896-8185-435ab57e70fa" providerId="ADAL" clId="{921485AC-4489-4960-B292-975C659AF67A}" dt="2022-08-30T00:35:10.095" v="715" actId="165"/>
          <ac:grpSpMkLst>
            <pc:docMk/>
            <pc:sldMk cId="977846790" sldId="141169094"/>
            <ac:grpSpMk id="5" creationId="{A7E850E2-7AE1-E160-799E-6D1CC2B84CC7}"/>
          </ac:grpSpMkLst>
        </pc:grpChg>
        <pc:grpChg chg="add mod">
          <ac:chgData name="Joko, Masaya (上甲 雅也)" userId="e29bd86f-2f1e-4896-8185-435ab57e70fa" providerId="ADAL" clId="{921485AC-4489-4960-B292-975C659AF67A}" dt="2022-08-30T01:06:39.098" v="1248" actId="14100"/>
          <ac:grpSpMkLst>
            <pc:docMk/>
            <pc:sldMk cId="977846790" sldId="141169094"/>
            <ac:grpSpMk id="6" creationId="{EF64B729-B460-D333-10BF-1E2D2236291F}"/>
          </ac:grpSpMkLst>
        </pc:grpChg>
        <pc:grpChg chg="del mod">
          <ac:chgData name="Joko, Masaya (上甲 雅也)" userId="e29bd86f-2f1e-4896-8185-435ab57e70fa" providerId="ADAL" clId="{921485AC-4489-4960-B292-975C659AF67A}" dt="2022-08-30T00:05:25.400" v="212" actId="165"/>
          <ac:grpSpMkLst>
            <pc:docMk/>
            <pc:sldMk cId="977846790" sldId="141169094"/>
            <ac:grpSpMk id="28" creationId="{F158F46C-D03C-9B2A-E811-2750CC5750DF}"/>
          </ac:grpSpMkLst>
        </pc:grpChg>
      </pc:sldChg>
      <pc:sldChg chg="modSp mod">
        <pc:chgData name="Joko, Masaya (上甲 雅也)" userId="e29bd86f-2f1e-4896-8185-435ab57e70fa" providerId="ADAL" clId="{921485AC-4489-4960-B292-975C659AF67A}" dt="2022-08-30T04:00:13.518" v="2917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921485AC-4489-4960-B292-975C659AF67A}" dt="2022-08-30T04:00:13.518" v="2917" actId="20577"/>
          <ac:spMkLst>
            <pc:docMk/>
            <pc:sldMk cId="3245149369" sldId="141169095"/>
            <ac:spMk id="23" creationId="{3F6375AA-DB27-BECD-4208-396505891609}"/>
          </ac:spMkLst>
        </pc:spChg>
      </pc:sldChg>
      <pc:sldChg chg="addSp delSp modSp mod">
        <pc:chgData name="Joko, Masaya (上甲 雅也)" userId="e29bd86f-2f1e-4896-8185-435ab57e70fa" providerId="ADAL" clId="{921485AC-4489-4960-B292-975C659AF67A}" dt="2022-08-30T02:37:50.794" v="2841" actId="14100"/>
        <pc:sldMkLst>
          <pc:docMk/>
          <pc:sldMk cId="3725074665" sldId="141169096"/>
        </pc:sldMkLst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0" creationId="{8FB32517-9496-E932-FE76-59107FD67B8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1" creationId="{15178A28-A43C-2172-D778-9F8B49525D4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9" creationId="{AD045F4D-2C89-9AE3-F799-8A366A0380E1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0" creationId="{C581AE89-FC37-03F6-D3C8-0FFF6EA08D7D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1" creationId="{0DBEF1D8-9530-D017-B633-7655DACC1BC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2" creationId="{98115B7B-F49B-C8B8-4D14-727E1107DEA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7" creationId="{0867E97A-A48C-0BC1-7AF3-A48353F498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9" creationId="{AA1C68E9-8D48-3344-D699-15FEFD2C3F4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0" creationId="{84834DAC-FF28-ED85-E4F5-B42D556FD03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2" creationId="{0F6EBF27-21F8-DC94-79CB-4A71BC55DF63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3" creationId="{45A36EAD-39EB-1F03-7537-0B385573D447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4" creationId="{EAF41C70-44D9-8659-C840-F172B58558FE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5" creationId="{298CBC00-C0D0-6661-CF40-E4B7EBE0CE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6" creationId="{875ADDFA-5848-28B6-A920-80E2E54875A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7" creationId="{DFF379C3-6CA2-64CA-DDD9-556C17B020D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8" creationId="{B79921E1-239E-56D2-2203-84450267B7AA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9" creationId="{61793C3E-C6BE-CEC8-60FB-2D4430D69565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0" creationId="{72191BEE-8DBD-CE8D-2A4A-8690F4EAD09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1" creationId="{68E130B8-0FD4-20CF-F08D-57D6ACA2EEC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2" creationId="{A53EB556-89E4-4872-C71C-9BEEA855C6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3" creationId="{B336790F-EA08-D8FB-D6DA-CA79A2C76D86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4" creationId="{8ADE00AC-0D81-4D83-0D19-FF7AF2BAB8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5" creationId="{FE7E08F3-406C-0C87-012E-73901D1F28C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6" creationId="{495AE524-4373-5F98-AB65-5F878635D73C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7" creationId="{A150655F-BCD1-3B61-736C-133DED1D1AF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8" creationId="{B7F7C87B-887E-ABA1-5184-50B441B5CC5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0" creationId="{B2219907-89B8-55A3-8741-DC11C0A60FB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1" creationId="{4166819D-45A1-E036-47CF-044264E79D0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2" creationId="{DBD9CCC0-C552-B17D-16F8-5A180FD1A57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3" creationId="{E898A335-FF36-BD84-9A2D-C591256A4468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4" creationId="{92361504-BEFA-E9D5-FCE6-49705187DABF}"/>
          </ac:spMkLst>
        </pc:spChg>
        <pc:spChg chg="add 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5" creationId="{0BFE25A6-5344-633F-6C86-04B61A7A09A9}"/>
          </ac:spMkLst>
        </pc:spChg>
        <pc:spChg chg="add mod topLvl">
          <ac:chgData name="Joko, Masaya (上甲 雅也)" userId="e29bd86f-2f1e-4896-8185-435ab57e70fa" providerId="ADAL" clId="{921485AC-4489-4960-B292-975C659AF67A}" dt="2022-08-30T02:37:50.794" v="2841" actId="14100"/>
          <ac:spMkLst>
            <pc:docMk/>
            <pc:sldMk cId="3725074665" sldId="141169096"/>
            <ac:spMk id="56" creationId="{54880ED9-709E-5418-17F7-66CE038340DB}"/>
          </ac:spMkLst>
        </pc:spChg>
        <pc:grpChg chg="del mod">
          <ac:chgData name="Joko, Masaya (上甲 雅也)" userId="e29bd86f-2f1e-4896-8185-435ab57e70fa" providerId="ADAL" clId="{921485AC-4489-4960-B292-975C659AF67A}" dt="2022-08-30T02:37:29.578" v="2838" actId="165"/>
          <ac:grpSpMkLst>
            <pc:docMk/>
            <pc:sldMk cId="3725074665" sldId="141169096"/>
            <ac:grpSpMk id="4" creationId="{4A8E50B5-B0BE-6D27-B5AC-568C6073B72E}"/>
          </ac:grpSpMkLst>
        </pc:grpChg>
        <pc:cxnChg chg="mod topLvl">
          <ac:chgData name="Joko, Masaya (上甲 雅也)" userId="e29bd86f-2f1e-4896-8185-435ab57e70fa" providerId="ADAL" clId="{921485AC-4489-4960-B292-975C659AF67A}" dt="2022-08-30T02:37:29.578" v="2838" actId="165"/>
          <ac:cxnSpMkLst>
            <pc:docMk/>
            <pc:sldMk cId="3725074665" sldId="141169096"/>
            <ac:cxnSpMk id="49" creationId="{1B0436A0-BE89-F445-79DD-2157B49BE8AB}"/>
          </ac:cxnSpMkLst>
        </pc:cxnChg>
        <pc:cxnChg chg="del mod">
          <ac:chgData name="Joko, Masaya (上甲 雅也)" userId="e29bd86f-2f1e-4896-8185-435ab57e70fa" providerId="ADAL" clId="{921485AC-4489-4960-B292-975C659AF67A}" dt="2022-08-30T02:25:10.556" v="2610" actId="478"/>
          <ac:cxnSpMkLst>
            <pc:docMk/>
            <pc:sldMk cId="3725074665" sldId="141169096"/>
            <ac:cxnSpMk id="58" creationId="{10B8A7CF-E5B7-C828-B02D-E34F85995244}"/>
          </ac:cxnSpMkLst>
        </pc:cxnChg>
      </pc:sldChg>
      <pc:sldChg chg="addSp delSp modSp mod">
        <pc:chgData name="Joko, Masaya (上甲 雅也)" userId="e29bd86f-2f1e-4896-8185-435ab57e70fa" providerId="ADAL" clId="{921485AC-4489-4960-B292-975C659AF67A}" dt="2022-08-30T02:38:29.928" v="2845" actId="14100"/>
        <pc:sldMkLst>
          <pc:docMk/>
          <pc:sldMk cId="1046006771" sldId="141169097"/>
        </pc:sldMkLst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29" creationId="{8005B16E-5479-C4AB-E644-7BA4A34C895E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1" creationId="{18FA01A9-C201-F42C-962A-B67CB61EF81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2" creationId="{35146D96-85BC-8475-F6D8-63438C86ED92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3" creationId="{4408F763-D58A-BD28-43FB-A78567F65AA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4" creationId="{4C901787-EC80-97EE-6EF0-F0D7F1817F2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5" creationId="{14642964-DFE4-9FEF-904B-7AB83DB322D3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6" creationId="{6731F331-BF9F-FE91-59DA-84F891C7F65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7" creationId="{DFA4A662-3C03-B055-CA5C-39F08126EFE6}"/>
          </ac:spMkLst>
        </pc:spChg>
        <pc:spChg chg="add 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8" creationId="{4B570F66-F38A-1FB0-A400-B5FBEE21E7EF}"/>
          </ac:spMkLst>
        </pc:spChg>
        <pc:spChg chg="add mod topLvl">
          <ac:chgData name="Joko, Masaya (上甲 雅也)" userId="e29bd86f-2f1e-4896-8185-435ab57e70fa" providerId="ADAL" clId="{921485AC-4489-4960-B292-975C659AF67A}" dt="2022-08-30T02:38:29.928" v="2845" actId="14100"/>
          <ac:spMkLst>
            <pc:docMk/>
            <pc:sldMk cId="1046006771" sldId="141169097"/>
            <ac:spMk id="39" creationId="{305AED02-6E91-5781-E9D7-90DDA2BB631B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0" creationId="{D080FCB6-02BF-29CC-5757-28DDFDBCAC6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1" creationId="{CC093D81-5401-3C9D-79EF-6D757D81287B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2" creationId="{0A25099F-E36D-AB2D-2EE0-D20A884A135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3" creationId="{7E9BF43F-1DF1-405D-C546-32B10FEF782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4" creationId="{BC170B29-165A-5007-CAB2-3F7C1F5A06C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5" creationId="{36995BF8-F49C-3F86-2566-511719586311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6" creationId="{D7F7B25E-F9EA-DCAE-E051-EEBCE31453C5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7" creationId="{CE3C6728-D8A4-EA0A-6343-8C4E983D702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8" creationId="{286D76C1-C29B-1A1A-3985-E8AE57CDF00C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9" creationId="{D27FC1AB-B46F-A444-4AF2-4DCAFDF37D2F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0" creationId="{79995D4F-20A9-8BEA-ABF0-D650E151D9E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1" creationId="{F3B785C9-C8C5-F8FE-2BEF-AC85C71C7A67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2" creationId="{035910B4-7456-51D5-690B-95A546A61F0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3" creationId="{6DAB06B1-E729-7A1C-437C-E537AD5A847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4" creationId="{D88D76CB-2C3D-09C6-9413-3FF9670F182E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5" creationId="{764649D4-CED3-E4FD-4A18-489520C06CB8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6" creationId="{A0344DD5-50EF-B2A0-0093-21C2FB714144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7" creationId="{9BEB1FB4-4470-C05E-C2C4-F2D7D61ED960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58" creationId="{6D879593-33F7-1950-2743-6655D82F4950}"/>
          </ac:spMkLst>
        </pc:spChg>
        <pc:grpChg chg="del mod topLvl">
          <ac:chgData name="Joko, Masaya (上甲 雅也)" userId="e29bd86f-2f1e-4896-8185-435ab57e70fa" providerId="ADAL" clId="{921485AC-4489-4960-B292-975C659AF67A}" dt="2022-08-30T02:38:07.662" v="2843" actId="165"/>
          <ac:grpSpMkLst>
            <pc:docMk/>
            <pc:sldMk cId="1046006771" sldId="141169097"/>
            <ac:grpSpMk id="5" creationId="{3D004526-06DF-2677-04F1-7C5D675A13E9}"/>
          </ac:grpSpMkLst>
        </pc:grpChg>
        <pc:grpChg chg="del mod">
          <ac:chgData name="Joko, Masaya (上甲 雅也)" userId="e29bd86f-2f1e-4896-8185-435ab57e70fa" providerId="ADAL" clId="{921485AC-4489-4960-B292-975C659AF67A}" dt="2022-08-30T02:38:05" v="2842" actId="165"/>
          <ac:grpSpMkLst>
            <pc:docMk/>
            <pc:sldMk cId="1046006771" sldId="141169097"/>
            <ac:grpSpMk id="6" creationId="{7761DEC3-03AA-CDE9-C9E9-6659262D26C5}"/>
          </ac:grpSpMkLst>
        </pc:grpChg>
        <pc:cxnChg chg="mod topLvl">
          <ac:chgData name="Joko, Masaya (上甲 雅也)" userId="e29bd86f-2f1e-4896-8185-435ab57e70fa" providerId="ADAL" clId="{921485AC-4489-4960-B292-975C659AF67A}" dt="2022-08-30T02:38:05" v="2842" actId="165"/>
          <ac:cxnSpMkLst>
            <pc:docMk/>
            <pc:sldMk cId="1046006771" sldId="141169097"/>
            <ac:cxnSpMk id="59" creationId="{10A9E382-7E37-B8E6-B57D-00EBE5E13A3F}"/>
          </ac:cxnSpMkLst>
        </pc:cxnChg>
        <pc:cxnChg chg="del mod">
          <ac:chgData name="Joko, Masaya (上甲 雅也)" userId="e29bd86f-2f1e-4896-8185-435ab57e70fa" providerId="ADAL" clId="{921485AC-4489-4960-B292-975C659AF67A}" dt="2022-08-30T02:27:18.211" v="2668" actId="478"/>
          <ac:cxnSpMkLst>
            <pc:docMk/>
            <pc:sldMk cId="1046006771" sldId="141169097"/>
            <ac:cxnSpMk id="60" creationId="{1EC3D9B5-2B73-BF14-51DD-644C6D2D9FE9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29:50.984" v="2763" actId="20577"/>
        <pc:sldMkLst>
          <pc:docMk/>
          <pc:sldMk cId="1959511400" sldId="141169098"/>
        </pc:sldMkLst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2" creationId="{ED479B5E-BE35-F19C-9B60-708F8E97B75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3" creationId="{16729990-A61D-4BE6-4EFE-0689651066F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4" creationId="{14B997BF-C990-B5C7-3D67-9F2C99EC3E40}"/>
          </ac:spMkLst>
        </pc:spChg>
        <pc:spChg chg="add mod">
          <ac:chgData name="Joko, Masaya (上甲 雅也)" userId="e29bd86f-2f1e-4896-8185-435ab57e70fa" providerId="ADAL" clId="{921485AC-4489-4960-B292-975C659AF67A}" dt="2022-08-30T02:29:18.238" v="2747" actId="20577"/>
          <ac:spMkLst>
            <pc:docMk/>
            <pc:sldMk cId="1959511400" sldId="141169098"/>
            <ac:spMk id="25" creationId="{43F17A67-DF87-B7FD-4DB2-6D87B48476D4}"/>
          </ac:spMkLst>
        </pc:spChg>
        <pc:spChg chg="add mod">
          <ac:chgData name="Joko, Masaya (上甲 雅也)" userId="e29bd86f-2f1e-4896-8185-435ab57e70fa" providerId="ADAL" clId="{921485AC-4489-4960-B292-975C659AF67A}" dt="2022-08-30T02:29:50.984" v="2763" actId="20577"/>
          <ac:spMkLst>
            <pc:docMk/>
            <pc:sldMk cId="1959511400" sldId="141169098"/>
            <ac:spMk id="27" creationId="{D4742276-BF3C-78A7-F931-3279CE83383E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2" creationId="{193EAB4A-3ECE-1174-84BB-B24D0FD2372B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3" creationId="{C32E145C-A188-0DE2-3D97-1CCBB865829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4" creationId="{0ADF72E0-00D9-781B-ED35-85BC08A81D8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5" creationId="{5E5C7C59-885D-890E-9E21-1A0B0EF9B20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6" creationId="{8D4A3D48-2520-E694-2178-D9FFF12637D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7" creationId="{C2599325-925B-231F-69AE-6562B55ABF3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1" creationId="{CD8EAFE4-96CE-F33C-E316-2CA5CB25BAE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2" creationId="{68E5D7D8-0054-4A18-EFE1-243582E4F08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3" creationId="{605768AA-51E1-A059-04FA-90CEB42C8403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4" creationId="{E32E5284-6EE0-EC64-94F6-1A9B7966A8C7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6" creationId="{0E03921A-329A-4F4B-3DCD-10B98D6A387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7" creationId="{90E825BC-FE51-7543-D90D-1CA90B9A89E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8" creationId="{73AFE0E1-BAC2-B754-1E16-D8D9AAD66C41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9" creationId="{F6B9BD8C-8B70-06E5-EF3C-F4A7F113F85A}"/>
          </ac:spMkLst>
        </pc:spChg>
        <pc:spChg chg="mod">
          <ac:chgData name="Joko, Masaya (上甲 雅也)" userId="e29bd86f-2f1e-4896-8185-435ab57e70fa" providerId="ADAL" clId="{921485AC-4489-4960-B292-975C659AF67A}" dt="2022-08-30T02:29:07.804" v="2730" actId="14100"/>
          <ac:spMkLst>
            <pc:docMk/>
            <pc:sldMk cId="1959511400" sldId="141169098"/>
            <ac:spMk id="90" creationId="{1628A7D9-A126-F8C0-1ED5-0BA6C1253BE5}"/>
          </ac:spMkLst>
        </pc:spChg>
        <pc:grpChg chg="mod">
          <ac:chgData name="Joko, Masaya (上甲 雅也)" userId="e29bd86f-2f1e-4896-8185-435ab57e70fa" providerId="ADAL" clId="{921485AC-4489-4960-B292-975C659AF67A}" dt="2022-08-30T02:28:31.020" v="2719" actId="164"/>
          <ac:grpSpMkLst>
            <pc:docMk/>
            <pc:sldMk cId="1959511400" sldId="141169098"/>
            <ac:grpSpMk id="4" creationId="{7F19F157-7B13-53D0-69F0-A346D466B393}"/>
          </ac:grpSpMkLst>
        </pc:grpChg>
        <pc:grpChg chg="add mod">
          <ac:chgData name="Joko, Masaya (上甲 雅也)" userId="e29bd86f-2f1e-4896-8185-435ab57e70fa" providerId="ADAL" clId="{921485AC-4489-4960-B292-975C659AF67A}" dt="2022-08-30T02:28:39.570" v="2722" actId="14100"/>
          <ac:grpSpMkLst>
            <pc:docMk/>
            <pc:sldMk cId="1959511400" sldId="141169098"/>
            <ac:grpSpMk id="5" creationId="{BD1BBF51-75DF-5341-8122-405E72B4BA95}"/>
          </ac:grpSpMkLst>
        </pc:grpChg>
        <pc:cxnChg chg="mod">
          <ac:chgData name="Joko, Masaya (上甲 雅也)" userId="e29bd86f-2f1e-4896-8185-435ab57e70fa" providerId="ADAL" clId="{921485AC-4489-4960-B292-975C659AF67A}" dt="2022-08-30T02:29:25.176" v="2748" actId="14100"/>
          <ac:cxnSpMkLst>
            <pc:docMk/>
            <pc:sldMk cId="1959511400" sldId="141169098"/>
            <ac:cxnSpMk id="91" creationId="{5C340187-FEA2-0B1C-A48C-AA8AB54719D4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34:55.046" v="2837" actId="1038"/>
        <pc:sldMkLst>
          <pc:docMk/>
          <pc:sldMk cId="3454920411" sldId="141169099"/>
        </pc:sldMkLst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0" creationId="{39CE6D44-D0DD-4B05-0983-2950188C3AE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1" creationId="{7BF72F97-DC51-F46F-1773-EC755577B3E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2" creationId="{4AC4D1D4-1D85-7EC6-3EFD-DEBD5CF4C06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3" creationId="{F07DA739-65A6-0AC7-4A2C-294BD0EBF7A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4" creationId="{5AF51A63-CE1D-E1EF-52B6-6A676696E59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5" creationId="{F34551FB-FC49-D6FB-EBC2-B58364AC1260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6" creationId="{63E415C2-01D1-AFA6-5778-863E7912F33A}"/>
          </ac:spMkLst>
        </pc:spChg>
        <pc:spChg chg="add 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7" creationId="{723EFD8F-BC98-8BAF-EA37-3DA286D7DFE8}"/>
          </ac:spMkLst>
        </pc:spChg>
        <pc:spChg chg="add mod">
          <ac:chgData name="Joko, Masaya (上甲 雅也)" userId="e29bd86f-2f1e-4896-8185-435ab57e70fa" providerId="ADAL" clId="{921485AC-4489-4960-B292-975C659AF67A}" dt="2022-08-30T02:34:49.387" v="2835" actId="20577"/>
          <ac:spMkLst>
            <pc:docMk/>
            <pc:sldMk cId="3454920411" sldId="141169099"/>
            <ac:spMk id="38" creationId="{CD8D6F6D-A91B-05DC-AD8D-3DF42654035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53" creationId="{AF9ADF21-D39A-C9F4-BABD-FE7B30EF760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0" creationId="{D7D06374-0E0B-4AB1-9125-6C00B9F1A47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6" creationId="{B1C39FA2-01D2-8CF0-AF94-A5A3160DE94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8" creationId="{EBE76A4F-F916-3BCA-338E-B5109F45C97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2" creationId="{4DE3E250-50C9-B0D8-0D26-F1F9339D8E4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3" creationId="{37C15423-6FDB-F46E-95B0-DC79576D9B6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4" creationId="{17250885-1E38-C784-9C20-1D0EF77AFC2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5" creationId="{B7FD0EDD-0E65-FDF4-840C-0D624E4037F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6" creationId="{3FD04A1C-FCE8-310E-245C-5E8CA4806B1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7" creationId="{2D860395-ECAE-720E-A951-C42C91A1F63D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8" creationId="{7BEF6047-B5FA-C584-ECED-AEBE7F19F0FB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9" creationId="{3891E791-736A-2EB5-1B96-29B59515674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0" creationId="{0FBC3CB2-1594-E103-28A1-B706A8EE44A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1" creationId="{C5086FD5-99C0-5DF8-567D-377F7693F918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3" creationId="{6F111627-C1AC-BB88-3364-7031A4A08D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4" creationId="{1390F349-68F5-5EA7-A04A-477639261D3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5" creationId="{5B7D7B8B-FE1A-2FFA-7141-5DDFA869032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6" creationId="{983DFC56-0A33-B9DA-0E91-8DF32379EB0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7" creationId="{20CCE924-2084-0D5A-76E8-10E20C3B230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8" creationId="{0D4C3697-E489-BC1C-A9F4-CC69319BBF2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9" creationId="{466B66CA-E87A-C951-029B-1D72E33D36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0" creationId="{D52D6454-8964-01DF-E79A-CE74788BD36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1" creationId="{7C4469B3-67AB-1C8B-A194-56C202268F76}"/>
          </ac:spMkLst>
        </pc:spChg>
        <pc:grpChg chg="mod">
          <ac:chgData name="Joko, Masaya (上甲 雅也)" userId="e29bd86f-2f1e-4896-8185-435ab57e70fa" providerId="ADAL" clId="{921485AC-4489-4960-B292-975C659AF67A}" dt="2022-08-30T02:34:55.046" v="2837" actId="1038"/>
          <ac:grpSpMkLst>
            <pc:docMk/>
            <pc:sldMk cId="3454920411" sldId="141169099"/>
            <ac:grpSpMk id="5" creationId="{391A0232-4255-7708-B4D6-784B94D9964D}"/>
          </ac:grpSpMkLst>
        </pc:grpChg>
        <pc:cxnChg chg="mod">
          <ac:chgData name="Joko, Masaya (上甲 雅也)" userId="e29bd86f-2f1e-4896-8185-435ab57e70fa" providerId="ADAL" clId="{921485AC-4489-4960-B292-975C659AF67A}" dt="2022-08-30T02:32:55.047" v="2811" actId="14100"/>
          <ac:cxnSpMkLst>
            <pc:docMk/>
            <pc:sldMk cId="3454920411" sldId="141169099"/>
            <ac:cxnSpMk id="82" creationId="{33D2FBA9-0C44-B95B-4C57-3A184FF8EE6F}"/>
          </ac:cxnSpMkLst>
        </pc:cxnChg>
      </pc:sldChg>
      <pc:sldChg chg="addSp delSp modSp add mo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334016563" sldId="141169100"/>
        </pc:sldMkLst>
        <pc:spChg chg="mod">
          <ac:chgData name="Joko, Masaya (上甲 雅也)" userId="e29bd86f-2f1e-4896-8185-435ab57e70fa" providerId="ADAL" clId="{921485AC-4489-4960-B292-975C659AF67A}" dt="2022-08-30T10:08:40.189" v="10237" actId="20577"/>
          <ac:spMkLst>
            <pc:docMk/>
            <pc:sldMk cId="1334016563" sldId="141169100"/>
            <ac:spMk id="2" creationId="{74DA7157-83E3-4C31-AD3F-CB90DD2A7DE1}"/>
          </ac:spMkLst>
        </pc:spChg>
        <pc:spChg chg="add del mod">
          <ac:chgData name="Joko, Masaya (上甲 雅也)" userId="e29bd86f-2f1e-4896-8185-435ab57e70fa" providerId="ADAL" clId="{921485AC-4489-4960-B292-975C659AF67A}" dt="2022-09-01T00:58:40.282" v="11921" actId="478"/>
          <ac:spMkLst>
            <pc:docMk/>
            <pc:sldMk cId="1334016563" sldId="141169100"/>
            <ac:spMk id="3" creationId="{9E813566-CFE6-86B2-6A7D-50A61257CECE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09:52:40.767" v="10154" actId="14100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addSp modSp add mod">
        <pc:chgData name="Joko, Masaya (上甲 雅也)" userId="e29bd86f-2f1e-4896-8185-435ab57e70fa" providerId="ADAL" clId="{921485AC-4489-4960-B292-975C659AF67A}" dt="2022-09-01T00:58:00.217" v="11920" actId="20577"/>
        <pc:sldMkLst>
          <pc:docMk/>
          <pc:sldMk cId="3974218614" sldId="141169101"/>
        </pc:sldMkLst>
        <pc:spChg chg="add mod">
          <ac:chgData name="Joko, Masaya (上甲 雅也)" userId="e29bd86f-2f1e-4896-8185-435ab57e70fa" providerId="ADAL" clId="{921485AC-4489-4960-B292-975C659AF67A}" dt="2022-09-01T00:58:00.217" v="11920" actId="20577"/>
          <ac:spMkLst>
            <pc:docMk/>
            <pc:sldMk cId="3974218614" sldId="141169101"/>
            <ac:spMk id="6" creationId="{A8ACD471-ECFC-BD33-016F-FA9BB5A1D755}"/>
          </ac:spMkLst>
        </pc:spChg>
      </pc:sldChg>
    </pc:docChg>
  </pc:docChgLst>
  <pc:docChgLst>
    <pc:chgData name="Ito, Norihiko (伊藤 憲彦)" userId="5a8f3f76-8491-4b6e-9a40-fdada8eb586e" providerId="ADAL" clId="{B430363A-57C8-4598-9492-3C75E5885CA4}"/>
    <pc:docChg chg="undo custSel addSld modSld">
      <pc:chgData name="Ito, Norihiko (伊藤 憲彦)" userId="5a8f3f76-8491-4b6e-9a40-fdada8eb586e" providerId="ADAL" clId="{B430363A-57C8-4598-9492-3C75E5885CA4}" dt="2022-12-26T07:56:17.593" v="2187"/>
      <pc:docMkLst>
        <pc:docMk/>
      </pc:docMkLst>
      <pc:sldChg chg="modSp mod">
        <pc:chgData name="Ito, Norihiko (伊藤 憲彦)" userId="5a8f3f76-8491-4b6e-9a40-fdada8eb586e" providerId="ADAL" clId="{B430363A-57C8-4598-9492-3C75E5885CA4}" dt="2022-12-26T07:56:17.593" v="2187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B430363A-57C8-4598-9492-3C75E5885CA4}" dt="2022-12-26T07:56:17.593" v="2187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0:02.609" v="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430363A-57C8-4598-9492-3C75E5885CA4}" dt="2022-12-26T07:20:02.609" v="4"/>
          <ac:spMkLst>
            <pc:docMk/>
            <pc:sldMk cId="3021197836" sldId="11740"/>
            <ac:spMk id="3" creationId="{B1EEFEF5-232D-4A49-950C-59B3F2442796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1:50.624" v="22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430363A-57C8-4598-9492-3C75E5885CA4}" dt="2022-12-26T07:21:50.624" v="22"/>
          <ac:spMkLst>
            <pc:docMk/>
            <pc:sldMk cId="502378239" sldId="141169104"/>
            <ac:spMk id="16" creationId="{19696713-9B8F-D80A-8504-A71DD39C434F}"/>
          </ac:spMkLst>
        </pc:spChg>
      </pc:sldChg>
      <pc:sldChg chg="modSp add mod modNotesTx">
        <pc:chgData name="Ito, Norihiko (伊藤 憲彦)" userId="5a8f3f76-8491-4b6e-9a40-fdada8eb586e" providerId="ADAL" clId="{B430363A-57C8-4598-9492-3C75E5885CA4}" dt="2022-12-26T07:45:38.064" v="189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B430363A-57C8-4598-9492-3C75E5885CA4}" dt="2022-12-26T07:45:38.064" v="1897"/>
          <ac:spMkLst>
            <pc:docMk/>
            <pc:sldMk cId="1340910463" sldId="14116911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41:02.393" v="1863"/>
          <ac:spMkLst>
            <pc:docMk/>
            <pc:sldMk cId="1340910463" sldId="141169111"/>
            <ac:spMk id="7" creationId="{D165D274-F3A0-425C-BB23-5D1F5A15D0B2}"/>
          </ac:spMkLst>
        </pc:spChg>
        <pc:graphicFrameChg chg="mod modGraphic">
          <ac:chgData name="Ito, Norihiko (伊藤 憲彦)" userId="5a8f3f76-8491-4b6e-9a40-fdada8eb586e" providerId="ADAL" clId="{B430363A-57C8-4598-9492-3C75E5885CA4}" dt="2022-12-26T07:41:26.905" v="1884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delSp modSp add mod">
        <pc:chgData name="Ito, Norihiko (伊藤 憲彦)" userId="5a8f3f76-8491-4b6e-9a40-fdada8eb586e" providerId="ADAL" clId="{B430363A-57C8-4598-9492-3C75E5885CA4}" dt="2022-12-26T07:52:00.920" v="2022" actId="20577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B430363A-57C8-4598-9492-3C75E5885CA4}" dt="2022-12-26T07:36:35.379" v="1488" actId="1076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33:12.415" v="980" actId="6549"/>
          <ac:spMkLst>
            <pc:docMk/>
            <pc:sldMk cId="767952457" sldId="141169112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B430363A-57C8-4598-9492-3C75E5885CA4}" dt="2022-12-26T07:39:15.077" v="1767" actId="403"/>
          <ac:spMkLst>
            <pc:docMk/>
            <pc:sldMk cId="767952457" sldId="141169112"/>
            <ac:spMk id="8" creationId="{8FF67171-E5C1-DE83-82E6-DCAACEE0A027}"/>
          </ac:spMkLst>
        </pc:spChg>
        <pc:spChg chg="add mod">
          <ac:chgData name="Ito, Norihiko (伊藤 憲彦)" userId="5a8f3f76-8491-4b6e-9a40-fdada8eb586e" providerId="ADAL" clId="{B430363A-57C8-4598-9492-3C75E5885CA4}" dt="2022-12-26T07:52:00.920" v="2022" actId="20577"/>
          <ac:spMkLst>
            <pc:docMk/>
            <pc:sldMk cId="767952457" sldId="141169112"/>
            <ac:spMk id="10" creationId="{8C62C106-A84D-E0CE-88B1-DB31C7638DC6}"/>
          </ac:spMkLst>
        </pc:spChg>
        <pc:spChg chg="add mod">
          <ac:chgData name="Ito, Norihiko (伊藤 憲彦)" userId="5a8f3f76-8491-4b6e-9a40-fdada8eb586e" providerId="ADAL" clId="{B430363A-57C8-4598-9492-3C75E5885CA4}" dt="2022-12-26T07:39:30.042" v="1775"/>
          <ac:spMkLst>
            <pc:docMk/>
            <pc:sldMk cId="767952457" sldId="141169112"/>
            <ac:spMk id="11" creationId="{F4E62EE4-AF32-A831-B9B6-5BCECE4CDB5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14" creationId="{EA07ED84-6CB5-A9DD-CB94-EB5C003A06C0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1" creationId="{76CC85C2-1E12-0408-9EA6-0D331B5F6AF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8" creationId="{CA5C7397-B8BD-037E-940A-E1945357BD4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0" creationId="{9D8078E7-746D-B1B9-F64D-10E1FC7AAA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5" creationId="{CA9E6779-3341-C26F-F7CC-A1D33271A6D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5" creationId="{913C6269-7A9E-667F-0D82-213A01CF2C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8" creationId="{31A41F61-1DB3-DBAA-2EAD-DCA046C17ACF}"/>
          </ac:spMkLst>
        </pc:spChg>
        <pc:grpChg chg="del">
          <ac:chgData name="Ito, Norihiko (伊藤 憲彦)" userId="5a8f3f76-8491-4b6e-9a40-fdada8eb586e" providerId="ADAL" clId="{B430363A-57C8-4598-9492-3C75E5885CA4}" dt="2022-12-26T07:23:21.159" v="45" actId="478"/>
          <ac:grpSpMkLst>
            <pc:docMk/>
            <pc:sldMk cId="767952457" sldId="141169112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430363A-57C8-4598-9492-3C75E5885CA4}" dt="2022-12-26T07:23:21.159" v="45" actId="478"/>
          <ac:cxnSpMkLst>
            <pc:docMk/>
            <pc:sldMk cId="767952457" sldId="141169112"/>
            <ac:cxnSpMk id="9" creationId="{9A54D6C0-4865-D015-80B4-6154EF508826}"/>
          </ac:cxnSpMkLst>
        </pc:cxnChg>
      </pc:sldChg>
    </pc:docChg>
  </pc:docChgLst>
  <pc:docChgLst>
    <pc:chgData name="Ito, Norihiko (伊藤 憲彦)" userId="5a8f3f76-8491-4b6e-9a40-fdada8eb586e" providerId="ADAL" clId="{E2B580FF-7465-4A64-809D-AF7217CFAFE9}"/>
    <pc:docChg chg="undo custSel addSld delSld modSld sldOrd">
      <pc:chgData name="Ito, Norihiko (伊藤 憲彦)" userId="5a8f3f76-8491-4b6e-9a40-fdada8eb586e" providerId="ADAL" clId="{E2B580FF-7465-4A64-809D-AF7217CFAFE9}" dt="2023-03-10T05:04:45.488" v="4160" actId="47"/>
      <pc:docMkLst>
        <pc:docMk/>
      </pc:docMkLst>
      <pc:sldChg chg="del">
        <pc:chgData name="Ito, Norihiko (伊藤 憲彦)" userId="5a8f3f76-8491-4b6e-9a40-fdada8eb586e" providerId="ADAL" clId="{E2B580FF-7465-4A64-809D-AF7217CFAFE9}" dt="2023-03-10T01:17:33.876" v="108" actId="47"/>
        <pc:sldMkLst>
          <pc:docMk/>
          <pc:sldMk cId="1117905818" sldId="278"/>
        </pc:sldMkLst>
      </pc:sldChg>
      <pc:sldChg chg="del">
        <pc:chgData name="Ito, Norihiko (伊藤 憲彦)" userId="5a8f3f76-8491-4b6e-9a40-fdada8eb586e" providerId="ADAL" clId="{E2B580FF-7465-4A64-809D-AF7217CFAFE9}" dt="2023-03-10T01:17:34.536" v="109" actId="47"/>
        <pc:sldMkLst>
          <pc:docMk/>
          <pc:sldMk cId="1679173106" sldId="279"/>
        </pc:sldMkLst>
      </pc:sldChg>
      <pc:sldChg chg="modSp mod">
        <pc:chgData name="Ito, Norihiko (伊藤 憲彦)" userId="5a8f3f76-8491-4b6e-9a40-fdada8eb586e" providerId="ADAL" clId="{E2B580FF-7465-4A64-809D-AF7217CFAFE9}" dt="2023-03-10T01:15:34.029" v="2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E2B580FF-7465-4A64-809D-AF7217CFAFE9}" dt="2023-03-10T01:15:29.710" v="1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E2B580FF-7465-4A64-809D-AF7217CFAFE9}" dt="2023-03-10T01:15:34.029" v="29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E2B580FF-7465-4A64-809D-AF7217CFAFE9}" dt="2023-03-10T05:04:45.488" v="4160" actId="47"/>
        <pc:sldMkLst>
          <pc:docMk/>
          <pc:sldMk cId="4041117386" sldId="141168908"/>
        </pc:sldMkLst>
      </pc:sldChg>
      <pc:sldChg chg="modSp mod ord">
        <pc:chgData name="Ito, Norihiko (伊藤 憲彦)" userId="5a8f3f76-8491-4b6e-9a40-fdada8eb586e" providerId="ADAL" clId="{E2B580FF-7465-4A64-809D-AF7217CFAFE9}" dt="2023-03-10T03:46:59.509" v="2639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E2B580FF-7465-4A64-809D-AF7217CFAFE9}" dt="2023-03-10T03:46:59.509" v="2639"/>
          <ac:spMkLst>
            <pc:docMk/>
            <pc:sldMk cId="804395964" sldId="141169102"/>
            <ac:spMk id="2" creationId="{45C5C1B5-6528-64C0-03EC-622457A1A540}"/>
          </ac:spMkLst>
        </pc:spChg>
      </pc:sldChg>
      <pc:sldChg chg="addSp delSp modSp mod">
        <pc:chgData name="Ito, Norihiko (伊藤 憲彦)" userId="5a8f3f76-8491-4b6e-9a40-fdada8eb586e" providerId="ADAL" clId="{E2B580FF-7465-4A64-809D-AF7217CFAFE9}" dt="2023-03-10T05:04:22.782" v="4159" actId="20577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E2B580FF-7465-4A64-809D-AF7217CFAFE9}" dt="2023-03-10T01:17:25.951" v="106" actId="6549"/>
          <ac:spMkLst>
            <pc:docMk/>
            <pc:sldMk cId="502378239" sldId="141169104"/>
            <ac:spMk id="2" creationId="{74DA7157-83E3-4C31-AD3F-CB90DD2A7DE1}"/>
          </ac:spMkLst>
        </pc:spChg>
        <pc:spChg chg="add del mod">
          <ac:chgData name="Ito, Norihiko (伊藤 憲彦)" userId="5a8f3f76-8491-4b6e-9a40-fdada8eb586e" providerId="ADAL" clId="{E2B580FF-7465-4A64-809D-AF7217CFAFE9}" dt="2023-03-10T05:04:19.994" v="4158" actId="478"/>
          <ac:spMkLst>
            <pc:docMk/>
            <pc:sldMk cId="502378239" sldId="141169104"/>
            <ac:spMk id="5" creationId="{661FC2B5-ED3A-2E93-FB9C-A99011C93E37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E2B580FF-7465-4A64-809D-AF7217CFAFE9}" dt="2023-03-10T01:16:56.567" v="103" actId="20577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E2B580FF-7465-4A64-809D-AF7217CFAFE9}" dt="2023-03-10T05:04:22.782" v="4159" actId="20577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E2B580FF-7465-4A64-809D-AF7217CFAFE9}" dt="2023-03-10T01:27:42.289" v="260" actId="20577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E2B580FF-7465-4A64-809D-AF7217CFAFE9}" dt="2023-03-10T01:21:18.282" v="250" actId="14100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E2B580FF-7465-4A64-809D-AF7217CFAFE9}" dt="2023-03-10T05:04:09.708" v="4157" actId="20577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38" creationId="{3880FAF3-4699-F7D3-DC06-592DC2917F92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0" creationId="{BB44C2C3-993B-C209-DA88-77A7ABE63FD0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1" creationId="{172B7D60-D2A4-4E04-C9EC-DFB7CDE1F8C0}"/>
          </ac:spMkLst>
        </pc:sp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E2B580FF-7465-4A64-809D-AF7217CFAFE9}" dt="2023-03-10T01:21:06.569" v="249" actId="14100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E2B580FF-7465-4A64-809D-AF7217CFAFE9}" dt="2023-03-10T01:21:18.282" v="250" actId="14100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37" creationId="{B9EE86DA-C2DA-C990-E9B6-C4761059CC22}"/>
          </ac:cxnSpMkLst>
        </pc:cxnChg>
        <pc:cxnChg chg="mod">
          <ac:chgData name="Ito, Norihiko (伊藤 憲彦)" userId="5a8f3f76-8491-4b6e-9a40-fdada8eb586e" providerId="ADAL" clId="{E2B580FF-7465-4A64-809D-AF7217CFAFE9}" dt="2023-03-10T01:19:55.028" v="245" actId="14100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del">
        <pc:chgData name="Ito, Norihiko (伊藤 憲彦)" userId="5a8f3f76-8491-4b6e-9a40-fdada8eb586e" providerId="ADAL" clId="{E2B580FF-7465-4A64-809D-AF7217CFAFE9}" dt="2023-03-10T01:17:32.688" v="107" actId="47"/>
        <pc:sldMkLst>
          <pc:docMk/>
          <pc:sldMk cId="1340910463" sldId="141169111"/>
        </pc:sldMkLst>
      </pc:sldChg>
      <pc:sldChg chg="ord">
        <pc:chgData name="Ito, Norihiko (伊藤 憲彦)" userId="5a8f3f76-8491-4b6e-9a40-fdada8eb586e" providerId="ADAL" clId="{E2B580FF-7465-4A64-809D-AF7217CFAFE9}" dt="2023-03-10T01:26:15.932" v="253"/>
        <pc:sldMkLst>
          <pc:docMk/>
          <pc:sldMk cId="1860360909" sldId="141169114"/>
        </pc:sldMkLst>
      </pc:sldChg>
      <pc:sldChg chg="addSp delSp modSp add mod">
        <pc:chgData name="Ito, Norihiko (伊藤 憲彦)" userId="5a8f3f76-8491-4b6e-9a40-fdada8eb586e" providerId="ADAL" clId="{E2B580FF-7465-4A64-809D-AF7217CFAFE9}" dt="2023-03-10T05:03:30.084" v="4104"/>
        <pc:sldMkLst>
          <pc:docMk/>
          <pc:sldMk cId="1238379348" sldId="141169126"/>
        </pc:sldMkLst>
        <pc:spChg chg="mod">
          <ac:chgData name="Ito, Norihiko (伊藤 憲彦)" userId="5a8f3f76-8491-4b6e-9a40-fdada8eb586e" providerId="ADAL" clId="{E2B580FF-7465-4A64-809D-AF7217CFAFE9}" dt="2023-03-10T03:47:06.882" v="2652" actId="6549"/>
          <ac:spMkLst>
            <pc:docMk/>
            <pc:sldMk cId="1238379348" sldId="14116912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E2B580FF-7465-4A64-809D-AF7217CFAFE9}" dt="2023-03-10T03:47:41.888" v="2795" actId="20577"/>
          <ac:spMkLst>
            <pc:docMk/>
            <pc:sldMk cId="1238379348" sldId="141169126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" creationId="{4209BDA2-235C-DB22-DE34-1F2F178A37A4}"/>
          </ac:spMkLst>
        </pc:spChg>
        <pc:spChg chg="del">
          <ac:chgData name="Ito, Norihiko (伊藤 憲彦)" userId="5a8f3f76-8491-4b6e-9a40-fdada8eb586e" providerId="ADAL" clId="{E2B580FF-7465-4A64-809D-AF7217CFAFE9}" dt="2023-03-10T01:35:08.006" v="301" actId="478"/>
          <ac:spMkLst>
            <pc:docMk/>
            <pc:sldMk cId="1238379348" sldId="141169126"/>
            <ac:spMk id="5" creationId="{661FC2B5-ED3A-2E93-FB9C-A99011C93E37}"/>
          </ac:spMkLst>
        </pc:spChg>
        <pc:spChg chg="add mod">
          <ac:chgData name="Ito, Norihiko (伊藤 憲彦)" userId="5a8f3f76-8491-4b6e-9a40-fdada8eb586e" providerId="ADAL" clId="{E2B580FF-7465-4A64-809D-AF7217CFAFE9}" dt="2023-03-10T05:03:30.084" v="4104"/>
          <ac:spMkLst>
            <pc:docMk/>
            <pc:sldMk cId="1238379348" sldId="141169126"/>
            <ac:spMk id="6" creationId="{999E0811-F19C-3F0C-3F02-4C46C0BA8540}"/>
          </ac:spMkLst>
        </pc:spChg>
        <pc:spChg chg="add mod">
          <ac:chgData name="Ito, Norihiko (伊藤 憲彦)" userId="5a8f3f76-8491-4b6e-9a40-fdada8eb586e" providerId="ADAL" clId="{E2B580FF-7465-4A64-809D-AF7217CFAFE9}" dt="2023-03-10T03:47:10.097" v="2664" actId="6549"/>
          <ac:spMkLst>
            <pc:docMk/>
            <pc:sldMk cId="1238379348" sldId="141169126"/>
            <ac:spMk id="7" creationId="{695A287C-B1E0-7553-C45E-83C01FF2489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" creationId="{9BD43635-902F-8E51-15AC-4EB98D7EE06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0" creationId="{9F559D1E-4848-2FF4-5DC9-929D25B1A2B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1" creationId="{54C4580D-08F7-35C2-E42D-2327CEA5AAE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2" creationId="{2A1CCDA7-8C54-D4C8-30E2-8F35B779695D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5" creationId="{84EA72E3-6EC6-EE0C-5912-3DD86A210C2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6" creationId="{19696713-9B8F-D80A-8504-A71DD39C434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7" creationId="{B454C526-3B3F-31EB-8143-EA69104A06A4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9" creationId="{055A01FC-27D6-17D7-4F2C-B2252DD6777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3" creationId="{6F5F8831-896B-7E89-46C6-3530EDDD838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4" creationId="{1A3E6CCB-0905-7456-1383-06CAD8C63AC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5" creationId="{09A688D8-065C-660F-26A3-7D04A8821ED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6" creationId="{B85FA1BC-0518-4965-5F7A-B5DE627341C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7" creationId="{9F6DB41E-3EFB-EEB7-68BD-1091ED885DC9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6" creationId="{0DC6328F-0EC0-52D5-2CB0-09C2FF7B2EFB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8" creationId="{3880FAF3-4699-F7D3-DC06-592DC2917F9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0" creationId="{BB44C2C3-993B-C209-DA88-77A7ABE63FD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1" creationId="{172B7D60-D2A4-4E04-C9EC-DFB7CDE1F8C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7" creationId="{81780ADF-7A98-F14B-9862-C299F4B9A92A}"/>
          </ac:spMkLst>
        </pc:sp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3" creationId="{71B3CE34-A0FB-5B0C-095F-501A68447F0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4" creationId="{BF6A5DDB-AF91-B099-9BDD-084775C2DCE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0" creationId="{79E3722B-1B21-E7B4-E092-ED87D93AE7E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1" creationId="{88BCFE5A-7ADD-9064-C8C2-4724CEE09773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2" creationId="{9302288E-BB4F-798D-E98C-9EA8306811F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9" creationId="{6DF91F28-0AF9-40A9-53D5-6C6B662BF8E7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57" creationId="{1E22E974-C8B2-F815-8984-D881A86FB98C}"/>
          </ac:cxnSpMkLst>
        </pc:cxnChg>
      </pc:sldChg>
      <pc:sldChg chg="modSp add mod">
        <pc:chgData name="Ito, Norihiko (伊藤 憲彦)" userId="5a8f3f76-8491-4b6e-9a40-fdada8eb586e" providerId="ADAL" clId="{E2B580FF-7465-4A64-809D-AF7217CFAFE9}" dt="2023-03-10T04:33:55.043" v="3604"/>
        <pc:sldMkLst>
          <pc:docMk/>
          <pc:sldMk cId="77529864" sldId="141169127"/>
        </pc:sldMkLst>
        <pc:spChg chg="mod">
          <ac:chgData name="Ito, Norihiko (伊藤 憲彦)" userId="5a8f3f76-8491-4b6e-9a40-fdada8eb586e" providerId="ADAL" clId="{E2B580FF-7465-4A64-809D-AF7217CFAFE9}" dt="2023-03-10T04:33:55.043" v="3604"/>
          <ac:spMkLst>
            <pc:docMk/>
            <pc:sldMk cId="77529864" sldId="141169127"/>
            <ac:spMk id="6" creationId="{999E0811-F19C-3F0C-3F02-4C46C0BA8540}"/>
          </ac:spMkLst>
        </pc:spChg>
      </pc:sldChg>
    </pc:docChg>
  </pc:docChgLst>
  <pc:docChgLst>
    <pc:chgData name="Ito, Norihiko (伊藤 憲彦)" userId="5a8f3f76-8491-4b6e-9a40-fdada8eb586e" providerId="ADAL" clId="{AC63182B-3BAC-4B88-A76A-7406BD9193A4}"/>
    <pc:docChg chg="addSld delSld modSld">
      <pc:chgData name="Ito, Norihiko (伊藤 憲彦)" userId="5a8f3f76-8491-4b6e-9a40-fdada8eb586e" providerId="ADAL" clId="{AC63182B-3BAC-4B88-A76A-7406BD9193A4}" dt="2023-02-16T02:37:14.130" v="30"/>
      <pc:docMkLst>
        <pc:docMk/>
      </pc:docMkLst>
      <pc:sldChg chg="del">
        <pc:chgData name="Ito, Norihiko (伊藤 憲彦)" userId="5a8f3f76-8491-4b6e-9a40-fdada8eb586e" providerId="ADAL" clId="{AC63182B-3BAC-4B88-A76A-7406BD9193A4}" dt="2023-02-16T02:23:55.727" v="18" actId="47"/>
        <pc:sldMkLst>
          <pc:docMk/>
          <pc:sldMk cId="2942643188" sldId="275"/>
        </pc:sldMkLst>
      </pc:sldChg>
      <pc:sldChg chg="modSp mod">
        <pc:chgData name="Ito, Norihiko (伊藤 憲彦)" userId="5a8f3f76-8491-4b6e-9a40-fdada8eb586e" providerId="ADAL" clId="{AC63182B-3BAC-4B88-A76A-7406BD9193A4}" dt="2023-02-16T02:37:14.130" v="30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AC63182B-3BAC-4B88-A76A-7406BD9193A4}" dt="2023-02-16T02:37:14.130" v="30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51.079" v="16" actId="47"/>
        <pc:sldMkLst>
          <pc:docMk/>
          <pc:sldMk cId="1304378143" sldId="141169105"/>
        </pc:sldMkLst>
      </pc:sldChg>
      <pc:sldChg chg="modSp mod">
        <pc:chgData name="Ito, Norihiko (伊藤 憲彦)" userId="5a8f3f76-8491-4b6e-9a40-fdada8eb586e" providerId="ADAL" clId="{AC63182B-3BAC-4B88-A76A-7406BD9193A4}" dt="2023-02-06T01:59:09.859" v="12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AC63182B-3BAC-4B88-A76A-7406BD9193A4}" dt="2023-02-06T01:59:09.859" v="12"/>
          <ac:spMkLst>
            <pc:docMk/>
            <pc:sldMk cId="1138549799" sldId="141169110"/>
            <ac:spMk id="25" creationId="{A118C7E3-877F-C081-7A54-44F4836662B1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27.309" v="14" actId="47"/>
        <pc:sldMkLst>
          <pc:docMk/>
          <pc:sldMk cId="767952457" sldId="141169112"/>
        </pc:sldMkLst>
      </pc:sldChg>
      <pc:sldChg chg="del">
        <pc:chgData name="Ito, Norihiko (伊藤 憲彦)" userId="5a8f3f76-8491-4b6e-9a40-fdada8eb586e" providerId="ADAL" clId="{AC63182B-3BAC-4B88-A76A-7406BD9193A4}" dt="2023-02-08T05:08:36.838" v="17" actId="47"/>
        <pc:sldMkLst>
          <pc:docMk/>
          <pc:sldMk cId="1794938527" sldId="141169123"/>
        </pc:sldMkLst>
      </pc:sldChg>
      <pc:sldChg chg="add">
        <pc:chgData name="Ito, Norihiko (伊藤 憲彦)" userId="5a8f3f76-8491-4b6e-9a40-fdada8eb586e" providerId="ADAL" clId="{AC63182B-3BAC-4B88-A76A-7406BD9193A4}" dt="2023-02-06T02:00:24.762" v="13"/>
        <pc:sldMkLst>
          <pc:docMk/>
          <pc:sldMk cId="758764276" sldId="141169124"/>
        </pc:sldMkLst>
      </pc:sldChg>
      <pc:sldChg chg="add">
        <pc:chgData name="Ito, Norihiko (伊藤 憲彦)" userId="5a8f3f76-8491-4b6e-9a40-fdada8eb586e" providerId="ADAL" clId="{AC63182B-3BAC-4B88-A76A-7406BD9193A4}" dt="2023-02-06T02:00:48.388" v="15"/>
        <pc:sldMkLst>
          <pc:docMk/>
          <pc:sldMk cId="1811368263" sldId="141169125"/>
        </pc:sldMkLst>
      </pc:sldChg>
    </pc:docChg>
  </pc:docChgLst>
  <pc:docChgLst>
    <pc:chgData name="Ito, Norihiko (伊藤 憲彦)" userId="5a8f3f76-8491-4b6e-9a40-fdada8eb586e" providerId="ADAL" clId="{767FF123-3E5A-4CE8-91CC-81C23099CE02}"/>
    <pc:docChg chg="undo custSel modSld">
      <pc:chgData name="Ito, Norihiko (伊藤 憲彦)" userId="5a8f3f76-8491-4b6e-9a40-fdada8eb586e" providerId="ADAL" clId="{767FF123-3E5A-4CE8-91CC-81C23099CE02}" dt="2023-03-30T03:12:24.403" v="754"/>
      <pc:docMkLst>
        <pc:docMk/>
      </pc:docMkLst>
      <pc:sldChg chg="modSp mod">
        <pc:chgData name="Ito, Norihiko (伊藤 憲彦)" userId="5a8f3f76-8491-4b6e-9a40-fdada8eb586e" providerId="ADAL" clId="{767FF123-3E5A-4CE8-91CC-81C23099CE02}" dt="2023-03-30T02:31:06.327" v="16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7FF123-3E5A-4CE8-91CC-81C23099CE02}" dt="2023-03-30T02:31:03.399" v="11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7FF123-3E5A-4CE8-91CC-81C23099CE02}" dt="2023-03-30T02:31:06.327" v="16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767FF123-3E5A-4CE8-91CC-81C23099CE02}" dt="2023-03-30T03:09:27.614" v="600" actId="6549"/>
        <pc:sldMkLst>
          <pc:docMk/>
          <pc:sldMk cId="502378239" sldId="141169104"/>
        </pc:sldMkLst>
        <pc:spChg chg="add mod">
          <ac:chgData name="Ito, Norihiko (伊藤 憲彦)" userId="5a8f3f76-8491-4b6e-9a40-fdada8eb586e" providerId="ADAL" clId="{767FF123-3E5A-4CE8-91CC-81C23099CE02}" dt="2023-03-30T02:33:39.881" v="199" actId="6549"/>
          <ac:spMkLst>
            <pc:docMk/>
            <pc:sldMk cId="502378239" sldId="141169104"/>
            <ac:spMk id="5" creationId="{A9430C5A-11EB-4239-1003-32DFDB7E6EA0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7FF123-3E5A-4CE8-91CC-81C23099CE02}" dt="2023-03-30T02:33:13.267" v="171" actId="404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767FF123-3E5A-4CE8-91CC-81C23099CE02}" dt="2023-03-30T02:31:34.433" v="18" actId="113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767FF123-3E5A-4CE8-91CC-81C23099CE02}" dt="2023-03-30T03:09:27.614" v="600" actId="6549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97" creationId="{81780ADF-7A98-F14B-9862-C299F4B9A92A}"/>
          </ac:spMkLst>
        </pc:spChg>
        <pc:cxnChg chg="mod">
          <ac:chgData name="Ito, Norihiko (伊藤 憲彦)" userId="5a8f3f76-8491-4b6e-9a40-fdada8eb586e" providerId="ADAL" clId="{767FF123-3E5A-4CE8-91CC-81C23099CE02}" dt="2023-03-30T02:34:10.524" v="200" actId="553"/>
          <ac:cxnSpMkLst>
            <pc:docMk/>
            <pc:sldMk cId="502378239" sldId="141169104"/>
            <ac:cxnSpMk id="13" creationId="{71B3CE34-A0FB-5B0C-095F-501A68447F0E}"/>
          </ac:cxnSpMkLst>
        </pc:cxnChg>
      </pc:sldChg>
      <pc:sldChg chg="modSp mod">
        <pc:chgData name="Ito, Norihiko (伊藤 憲彦)" userId="5a8f3f76-8491-4b6e-9a40-fdada8eb586e" providerId="ADAL" clId="{767FF123-3E5A-4CE8-91CC-81C23099CE02}" dt="2023-03-30T03:12:24.403" v="754"/>
        <pc:sldMkLst>
          <pc:docMk/>
          <pc:sldMk cId="758764276" sldId="141169124"/>
        </pc:sldMkLst>
        <pc:spChg chg="mod">
          <ac:chgData name="Ito, Norihiko (伊藤 憲彦)" userId="5a8f3f76-8491-4b6e-9a40-fdada8eb586e" providerId="ADAL" clId="{767FF123-3E5A-4CE8-91CC-81C23099CE02}" dt="2023-03-30T02:40:19.720" v="599" actId="14100"/>
          <ac:spMkLst>
            <pc:docMk/>
            <pc:sldMk cId="758764276" sldId="14116912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7FF123-3E5A-4CE8-91CC-81C23099CE02}" dt="2023-03-30T03:11:52.157" v="658" actId="1036"/>
          <ac:spMkLst>
            <pc:docMk/>
            <pc:sldMk cId="758764276" sldId="141169124"/>
            <ac:spMk id="4" creationId="{98B11545-9762-5A45-A31C-3F54C6ED4CF3}"/>
          </ac:spMkLst>
        </pc:spChg>
        <pc:spChg chg="mod">
          <ac:chgData name="Ito, Norihiko (伊藤 憲彦)" userId="5a8f3f76-8491-4b6e-9a40-fdada8eb586e" providerId="ADAL" clId="{767FF123-3E5A-4CE8-91CC-81C23099CE02}" dt="2023-03-30T03:12:02.133" v="679" actId="1035"/>
          <ac:spMkLst>
            <pc:docMk/>
            <pc:sldMk cId="758764276" sldId="141169124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767FF123-3E5A-4CE8-91CC-81C23099CE02}" dt="2023-03-30T03:11:18.215" v="626" actId="6549"/>
          <ac:spMkLst>
            <pc:docMk/>
            <pc:sldMk cId="758764276" sldId="141169124"/>
            <ac:spMk id="10" creationId="{8C62C106-A84D-E0CE-88B1-DB31C7638DC6}"/>
          </ac:spMkLst>
        </pc:spChg>
        <pc:spChg chg="mod">
          <ac:chgData name="Ito, Norihiko (伊藤 憲彦)" userId="5a8f3f76-8491-4b6e-9a40-fdada8eb586e" providerId="ADAL" clId="{767FF123-3E5A-4CE8-91CC-81C23099CE02}" dt="2023-03-30T03:12:24.403" v="754"/>
          <ac:spMkLst>
            <pc:docMk/>
            <pc:sldMk cId="758764276" sldId="141169124"/>
            <ac:spMk id="11" creationId="{F4E62EE4-AF32-A831-B9B6-5BCECE4CDB5B}"/>
          </ac:spMkLst>
        </pc:spChg>
      </pc:sldChg>
    </pc:docChg>
  </pc:docChgLst>
  <pc:docChgLst>
    <pc:chgData name="Masuda, Isamu (増田 勇)" userId="d3e5b3f7-6854-418d-836d-cdbffc4e55c6" providerId="ADAL" clId="{4A23A56D-FDDD-434E-B9CB-8DDFEF682DD0}"/>
    <pc:docChg chg="undo redo custSel addSld delSld modSld sldOrd">
      <pc:chgData name="Masuda, Isamu (増田 勇)" userId="d3e5b3f7-6854-418d-836d-cdbffc4e55c6" providerId="ADAL" clId="{4A23A56D-FDDD-434E-B9CB-8DDFEF682DD0}" dt="2023-04-28T02:03:28.515" v="34911" actId="20577"/>
      <pc:docMkLst>
        <pc:docMk/>
      </pc:docMkLst>
      <pc:sldChg chg="addSp delSp modSp add mod ord">
        <pc:chgData name="Masuda, Isamu (増田 勇)" userId="d3e5b3f7-6854-418d-836d-cdbffc4e55c6" providerId="ADAL" clId="{4A23A56D-FDDD-434E-B9CB-8DDFEF682DD0}" dt="2023-04-28T02:00:54.646" v="34762" actId="20577"/>
        <pc:sldMkLst>
          <pc:docMk/>
          <pc:sldMk cId="2382802603" sldId="271"/>
        </pc:sldMkLst>
        <pc:spChg chg="mod">
          <ac:chgData name="Masuda, Isamu (増田 勇)" userId="d3e5b3f7-6854-418d-836d-cdbffc4e55c6" providerId="ADAL" clId="{4A23A56D-FDDD-434E-B9CB-8DDFEF682DD0}" dt="2023-04-19T06:01:10.909" v="23464"/>
          <ac:spMkLst>
            <pc:docMk/>
            <pc:sldMk cId="2382802603" sldId="271"/>
            <ac:spMk id="2" creationId="{346097DE-B1FA-4B25-8200-2C872ECEABA2}"/>
          </ac:spMkLst>
        </pc:spChg>
        <pc:spChg chg="mod">
          <ac:chgData name="Masuda, Isamu (増田 勇)" userId="d3e5b3f7-6854-418d-836d-cdbffc4e55c6" providerId="ADAL" clId="{4A23A56D-FDDD-434E-B9CB-8DDFEF682DD0}" dt="2023-04-19T06:00:42.827" v="23453" actId="20577"/>
          <ac:spMkLst>
            <pc:docMk/>
            <pc:sldMk cId="2382802603" sldId="271"/>
            <ac:spMk id="3" creationId="{3F65C051-BD88-44EC-AF4D-8EA545DB7601}"/>
          </ac:spMkLst>
        </pc:spChg>
        <pc:spChg chg="mod">
          <ac:chgData name="Masuda, Isamu (増田 勇)" userId="d3e5b3f7-6854-418d-836d-cdbffc4e55c6" providerId="ADAL" clId="{4A23A56D-FDDD-434E-B9CB-8DDFEF682DD0}" dt="2023-04-28T01:58:47.201" v="34625" actId="120"/>
          <ac:spMkLst>
            <pc:docMk/>
            <pc:sldMk cId="2382802603" sldId="271"/>
            <ac:spMk id="4" creationId="{2C57F622-BFB9-46B7-9500-A65293F404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" creationId="{4A5B9AF1-8C4F-44F5-956F-49493BCC28E2}"/>
          </ac:spMkLst>
        </pc:spChg>
        <pc:spChg chg="mod">
          <ac:chgData name="Masuda, Isamu (増田 勇)" userId="d3e5b3f7-6854-418d-836d-cdbffc4e55c6" providerId="ADAL" clId="{4A23A56D-FDDD-434E-B9CB-8DDFEF682DD0}" dt="2023-04-28T01:58:44.045" v="34624" actId="20577"/>
          <ac:spMkLst>
            <pc:docMk/>
            <pc:sldMk cId="2382802603" sldId="271"/>
            <ac:spMk id="6" creationId="{A25F9789-2322-4E6D-90A7-51778D169FE8}"/>
          </ac:spMkLst>
        </pc:spChg>
        <pc:spChg chg="mod">
          <ac:chgData name="Masuda, Isamu (増田 勇)" userId="d3e5b3f7-6854-418d-836d-cdbffc4e55c6" providerId="ADAL" clId="{4A23A56D-FDDD-434E-B9CB-8DDFEF682DD0}" dt="2023-04-28T02:00:17.183" v="34692" actId="20577"/>
          <ac:spMkLst>
            <pc:docMk/>
            <pc:sldMk cId="2382802603" sldId="271"/>
            <ac:spMk id="7" creationId="{5567EB8F-438A-4058-B2C2-179CEF80E309}"/>
          </ac:spMkLst>
        </pc:spChg>
        <pc:spChg chg="mod">
          <ac:chgData name="Masuda, Isamu (増田 勇)" userId="d3e5b3f7-6854-418d-836d-cdbffc4e55c6" providerId="ADAL" clId="{4A23A56D-FDDD-434E-B9CB-8DDFEF682DD0}" dt="2023-04-28T01:50:28.728" v="34030" actId="20577"/>
          <ac:spMkLst>
            <pc:docMk/>
            <pc:sldMk cId="2382802603" sldId="271"/>
            <ac:spMk id="11" creationId="{BDFA7437-82DC-40AA-8205-3D283C60BDF9}"/>
          </ac:spMkLst>
        </pc:spChg>
        <pc:spChg chg="mod">
          <ac:chgData name="Masuda, Isamu (増田 勇)" userId="d3e5b3f7-6854-418d-836d-cdbffc4e55c6" providerId="ADAL" clId="{4A23A56D-FDDD-434E-B9CB-8DDFEF682DD0}" dt="2023-04-28T01:48:39.111" v="33929" actId="20577"/>
          <ac:spMkLst>
            <pc:docMk/>
            <pc:sldMk cId="2382802603" sldId="271"/>
            <ac:spMk id="12" creationId="{A7C6FE3E-2E1E-4494-8FF8-CE544E6A6C59}"/>
          </ac:spMkLst>
        </pc:spChg>
        <pc:spChg chg="mod">
          <ac:chgData name="Masuda, Isamu (増田 勇)" userId="d3e5b3f7-6854-418d-836d-cdbffc4e55c6" providerId="ADAL" clId="{4A23A56D-FDDD-434E-B9CB-8DDFEF682DD0}" dt="2023-04-28T01:49:21.401" v="33946" actId="20577"/>
          <ac:spMkLst>
            <pc:docMk/>
            <pc:sldMk cId="2382802603" sldId="271"/>
            <ac:spMk id="13" creationId="{8C50F69D-E2D2-47CF-A57F-E455B0B0852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4" creationId="{7A3378FF-6299-42CE-B63C-5B74CF0A593B}"/>
          </ac:spMkLst>
        </pc:spChg>
        <pc:spChg chg="mod">
          <ac:chgData name="Masuda, Isamu (増田 勇)" userId="d3e5b3f7-6854-418d-836d-cdbffc4e55c6" providerId="ADAL" clId="{4A23A56D-FDDD-434E-B9CB-8DDFEF682DD0}" dt="2023-04-19T06:00:50.103" v="23462" actId="20577"/>
          <ac:spMkLst>
            <pc:docMk/>
            <pc:sldMk cId="2382802603" sldId="271"/>
            <ac:spMk id="15" creationId="{7E64D8AC-A2D8-48FA-9C6A-8C5693BBE9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6" creationId="{58A3BF8B-1FE4-41FE-943C-13B887507B43}"/>
          </ac:spMkLst>
        </pc:spChg>
        <pc:spChg chg="mod">
          <ac:chgData name="Masuda, Isamu (増田 勇)" userId="d3e5b3f7-6854-418d-836d-cdbffc4e55c6" providerId="ADAL" clId="{4A23A56D-FDDD-434E-B9CB-8DDFEF682DD0}" dt="2023-04-28T02:00:27.712" v="34721" actId="6549"/>
          <ac:spMkLst>
            <pc:docMk/>
            <pc:sldMk cId="2382802603" sldId="271"/>
            <ac:spMk id="18" creationId="{96D9C19E-0644-4CBA-9C66-9DF4DFF59BB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0" creationId="{CAC0FA30-0294-4A8D-9849-5973C8DC3B1F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1" creationId="{2606A62C-C972-419B-AC94-ABD7EFB25C30}"/>
          </ac:spMkLst>
        </pc:spChg>
        <pc:spChg chg="mod">
          <ac:chgData name="Masuda, Isamu (増田 勇)" userId="d3e5b3f7-6854-418d-836d-cdbffc4e55c6" providerId="ADAL" clId="{4A23A56D-FDDD-434E-B9CB-8DDFEF682DD0}" dt="2023-04-28T01:56:41.730" v="34479" actId="20577"/>
          <ac:spMkLst>
            <pc:docMk/>
            <pc:sldMk cId="2382802603" sldId="271"/>
            <ac:spMk id="22" creationId="{387C4A9A-792D-4A58-A63D-207D666E030D}"/>
          </ac:spMkLst>
        </pc:spChg>
        <pc:spChg chg="mod">
          <ac:chgData name="Masuda, Isamu (増田 勇)" userId="d3e5b3f7-6854-418d-836d-cdbffc4e55c6" providerId="ADAL" clId="{4A23A56D-FDDD-434E-B9CB-8DDFEF682DD0}" dt="2023-04-28T01:49:52.864" v="33977" actId="20577"/>
          <ac:spMkLst>
            <pc:docMk/>
            <pc:sldMk cId="2382802603" sldId="271"/>
            <ac:spMk id="27" creationId="{9C7560E7-9311-42F0-BB6E-A36DCB2D762E}"/>
          </ac:spMkLst>
        </pc:spChg>
        <pc:spChg chg="mod">
          <ac:chgData name="Masuda, Isamu (増田 勇)" userId="d3e5b3f7-6854-418d-836d-cdbffc4e55c6" providerId="ADAL" clId="{4A23A56D-FDDD-434E-B9CB-8DDFEF682DD0}" dt="2023-04-28T01:49:59.636" v="33996" actId="20577"/>
          <ac:spMkLst>
            <pc:docMk/>
            <pc:sldMk cId="2382802603" sldId="271"/>
            <ac:spMk id="28" creationId="{628EE09D-6595-407D-8666-7A8CFF2C6D0F}"/>
          </ac:spMkLst>
        </pc:spChg>
        <pc:spChg chg="mod">
          <ac:chgData name="Masuda, Isamu (増田 勇)" userId="d3e5b3f7-6854-418d-836d-cdbffc4e55c6" providerId="ADAL" clId="{4A23A56D-FDDD-434E-B9CB-8DDFEF682DD0}" dt="2023-04-28T01:50:15.817" v="34016" actId="20577"/>
          <ac:spMkLst>
            <pc:docMk/>
            <pc:sldMk cId="2382802603" sldId="271"/>
            <ac:spMk id="29" creationId="{329787BF-8B7C-467C-9062-43BD1CC8F6E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30" creationId="{B38F59F4-29D4-4356-9BE2-C23B142DB69E}"/>
          </ac:spMkLst>
        </pc:spChg>
        <pc:spChg chg="mod">
          <ac:chgData name="Masuda, Isamu (増田 勇)" userId="d3e5b3f7-6854-418d-836d-cdbffc4e55c6" providerId="ADAL" clId="{4A23A56D-FDDD-434E-B9CB-8DDFEF682DD0}" dt="2023-04-28T01:52:20.484" v="34114" actId="14100"/>
          <ac:spMkLst>
            <pc:docMk/>
            <pc:sldMk cId="2382802603" sldId="271"/>
            <ac:spMk id="32" creationId="{62F13CD4-4411-4511-AE3D-765A33844E36}"/>
          </ac:spMkLst>
        </pc:spChg>
        <pc:spChg chg="mod">
          <ac:chgData name="Masuda, Isamu (増田 勇)" userId="d3e5b3f7-6854-418d-836d-cdbffc4e55c6" providerId="ADAL" clId="{4A23A56D-FDDD-434E-B9CB-8DDFEF682DD0}" dt="2023-04-28T01:52:27.334" v="34118" actId="14100"/>
          <ac:spMkLst>
            <pc:docMk/>
            <pc:sldMk cId="2382802603" sldId="271"/>
            <ac:spMk id="33" creationId="{71D5A135-82D6-4C82-A387-AD2F1E36BA50}"/>
          </ac:spMkLst>
        </pc:spChg>
        <pc:spChg chg="mod">
          <ac:chgData name="Masuda, Isamu (増田 勇)" userId="d3e5b3f7-6854-418d-836d-cdbffc4e55c6" providerId="ADAL" clId="{4A23A56D-FDDD-434E-B9CB-8DDFEF682DD0}" dt="2023-04-28T01:52:53.913" v="34150" actId="20577"/>
          <ac:spMkLst>
            <pc:docMk/>
            <pc:sldMk cId="2382802603" sldId="271"/>
            <ac:spMk id="34" creationId="{CB0AFA20-DA0F-4535-BFDE-16EB7F535884}"/>
          </ac:spMkLst>
        </pc:spChg>
        <pc:spChg chg="mod">
          <ac:chgData name="Masuda, Isamu (増田 勇)" userId="d3e5b3f7-6854-418d-836d-cdbffc4e55c6" providerId="ADAL" clId="{4A23A56D-FDDD-434E-B9CB-8DDFEF682DD0}" dt="2023-04-28T01:55:37.125" v="34282" actId="20577"/>
          <ac:spMkLst>
            <pc:docMk/>
            <pc:sldMk cId="2382802603" sldId="271"/>
            <ac:spMk id="36" creationId="{C5D25834-71CB-4C5A-A44C-D0C268644FA3}"/>
          </ac:spMkLst>
        </pc:spChg>
        <pc:spChg chg="mod">
          <ac:chgData name="Masuda, Isamu (増田 勇)" userId="d3e5b3f7-6854-418d-836d-cdbffc4e55c6" providerId="ADAL" clId="{4A23A56D-FDDD-434E-B9CB-8DDFEF682DD0}" dt="2023-04-28T01:53:12.224" v="34200" actId="20577"/>
          <ac:spMkLst>
            <pc:docMk/>
            <pc:sldMk cId="2382802603" sldId="271"/>
            <ac:spMk id="37" creationId="{52FF52E6-BDDC-48AA-A46B-C86FAB5431D0}"/>
          </ac:spMkLst>
        </pc:spChg>
        <pc:spChg chg="mod">
          <ac:chgData name="Masuda, Isamu (増田 勇)" userId="d3e5b3f7-6854-418d-836d-cdbffc4e55c6" providerId="ADAL" clId="{4A23A56D-FDDD-434E-B9CB-8DDFEF682DD0}" dt="2023-04-28T01:55:42.122" v="34296" actId="20577"/>
          <ac:spMkLst>
            <pc:docMk/>
            <pc:sldMk cId="2382802603" sldId="271"/>
            <ac:spMk id="38" creationId="{B440355A-A16E-4B91-B92F-7745479EDE9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0" creationId="{5DBD182C-1092-454F-A674-5F5CF2C197F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1" creationId="{53AAEDD3-AB78-4495-ADCD-7E6642500ADE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7" creationId="{510353F4-4573-4FC1-8A19-62FE72B8D494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8" creationId="{C946AA79-E65D-4382-B727-21516667ED7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0" creationId="{184CAC9A-0EF5-48A3-B1DA-594062EFC505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1" creationId="{A26B1A5C-C066-4925-86CA-C25EF98879F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3" creationId="{FFA9309A-1EDD-4CA3-A7EA-167B5447565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4" creationId="{B583A066-9A54-4559-BF2F-C4B88BE8830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5" creationId="{E1FBACA9-78E6-4A2D-8F95-800D987B047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6" creationId="{5E1EE561-DCDA-4416-BC26-67AF35F7CD38}"/>
          </ac:spMkLst>
        </pc:spChg>
        <pc:spChg chg="mod">
          <ac:chgData name="Masuda, Isamu (増田 勇)" userId="d3e5b3f7-6854-418d-836d-cdbffc4e55c6" providerId="ADAL" clId="{4A23A56D-FDDD-434E-B9CB-8DDFEF682DD0}" dt="2023-04-28T01:57:06.652" v="34513" actId="14100"/>
          <ac:spMkLst>
            <pc:docMk/>
            <pc:sldMk cId="2382802603" sldId="271"/>
            <ac:spMk id="59" creationId="{AFB15AC8-144F-41CF-BFC9-5005759BAF78}"/>
          </ac:spMkLst>
        </pc:spChg>
        <pc:spChg chg="mod">
          <ac:chgData name="Masuda, Isamu (増田 勇)" userId="d3e5b3f7-6854-418d-836d-cdbffc4e55c6" providerId="ADAL" clId="{4A23A56D-FDDD-434E-B9CB-8DDFEF682DD0}" dt="2023-04-28T01:56:48.764" v="34493" actId="20577"/>
          <ac:spMkLst>
            <pc:docMk/>
            <pc:sldMk cId="2382802603" sldId="271"/>
            <ac:spMk id="60" creationId="{E6284EAC-A23B-43DA-9443-3628E8F72BA1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2" creationId="{36F4CCFA-43EB-72BE-9639-EA7C4802AEAE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3" creationId="{D2B13735-FDC2-F07D-3154-8EC839EC1FE4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4" creationId="{9E515C93-648C-726D-46E3-77FE62ECEAD1}"/>
          </ac:spMkLst>
        </pc:spChg>
        <pc:spChg chg="mod">
          <ac:chgData name="Masuda, Isamu (増田 勇)" userId="d3e5b3f7-6854-418d-836d-cdbffc4e55c6" providerId="ADAL" clId="{4A23A56D-FDDD-434E-B9CB-8DDFEF682DD0}" dt="2023-04-19T05:49:21.146" v="22996" actId="207"/>
          <ac:spMkLst>
            <pc:docMk/>
            <pc:sldMk cId="2382802603" sldId="271"/>
            <ac:spMk id="65" creationId="{9F914C87-2ED1-6F21-1B44-5DA8D6F0DA9C}"/>
          </ac:spMkLst>
        </pc:spChg>
        <pc:spChg chg="mod">
          <ac:chgData name="Masuda, Isamu (増田 勇)" userId="d3e5b3f7-6854-418d-836d-cdbffc4e55c6" providerId="ADAL" clId="{4A23A56D-FDDD-434E-B9CB-8DDFEF682DD0}" dt="2023-04-19T05:49:24.761" v="22997" actId="207"/>
          <ac:spMkLst>
            <pc:docMk/>
            <pc:sldMk cId="2382802603" sldId="271"/>
            <ac:spMk id="66" creationId="{0DE9C422-6539-127E-C9D0-52F989A66B68}"/>
          </ac:spMkLst>
        </pc:spChg>
        <pc:spChg chg="mod">
          <ac:chgData name="Masuda, Isamu (増田 勇)" userId="d3e5b3f7-6854-418d-836d-cdbffc4e55c6" providerId="ADAL" clId="{4A23A56D-FDDD-434E-B9CB-8DDFEF682DD0}" dt="2023-04-28T02:00:49.527" v="34745" actId="20577"/>
          <ac:spMkLst>
            <pc:docMk/>
            <pc:sldMk cId="2382802603" sldId="271"/>
            <ac:spMk id="74" creationId="{6AE4BAF8-5DBC-E5AE-991C-72EF3AB3EC59}"/>
          </ac:spMkLst>
        </pc:spChg>
        <pc:spChg chg="mod">
          <ac:chgData name="Masuda, Isamu (増田 勇)" userId="d3e5b3f7-6854-418d-836d-cdbffc4e55c6" providerId="ADAL" clId="{4A23A56D-FDDD-434E-B9CB-8DDFEF682DD0}" dt="2023-04-28T02:00:54.646" v="34762" actId="20577"/>
          <ac:spMkLst>
            <pc:docMk/>
            <pc:sldMk cId="2382802603" sldId="271"/>
            <ac:spMk id="75" creationId="{C467E8AF-C459-893F-CB8E-A32C74D3EDF5}"/>
          </ac:spMkLst>
        </pc:spChg>
        <pc:grpChg chg="mod">
          <ac:chgData name="Masuda, Isamu (増田 勇)" userId="d3e5b3f7-6854-418d-836d-cdbffc4e55c6" providerId="ADAL" clId="{4A23A56D-FDDD-434E-B9CB-8DDFEF682DD0}" dt="2023-04-28T02:00:41.491" v="34723" actId="14100"/>
          <ac:grpSpMkLst>
            <pc:docMk/>
            <pc:sldMk cId="2382802603" sldId="271"/>
            <ac:grpSpMk id="10" creationId="{0A728E78-DD5A-493E-8361-DA454AB9952D}"/>
          </ac:grpSpMkLst>
        </pc:grpChg>
        <pc:grpChg chg="del mod">
          <ac:chgData name="Masuda, Isamu (増田 勇)" userId="d3e5b3f7-6854-418d-836d-cdbffc4e55c6" providerId="ADAL" clId="{4A23A56D-FDDD-434E-B9CB-8DDFEF682DD0}" dt="2023-04-28T02:00:32.274" v="34722" actId="478"/>
          <ac:grpSpMkLst>
            <pc:docMk/>
            <pc:sldMk cId="2382802603" sldId="271"/>
            <ac:grpSpMk id="17" creationId="{B80B055D-029D-4A1F-8952-506EF051335D}"/>
          </ac:grpSpMkLst>
        </pc:grpChg>
        <pc:grpChg chg="del mod">
          <ac:chgData name="Masuda, Isamu (増田 勇)" userId="d3e5b3f7-6854-418d-836d-cdbffc4e55c6" providerId="ADAL" clId="{4A23A56D-FDDD-434E-B9CB-8DDFEF682DD0}" dt="2023-04-28T01:55:49.390" v="34310" actId="478"/>
          <ac:grpSpMkLst>
            <pc:docMk/>
            <pc:sldMk cId="2382802603" sldId="271"/>
            <ac:grpSpMk id="23" creationId="{36B6697B-48D7-4228-B739-2D937CA28726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26" creationId="{8ADEB4B1-E7CA-409A-96F4-6C378C9DD3BF}"/>
          </ac:grpSpMkLst>
        </pc:grpChg>
        <pc:grpChg chg="mod">
          <ac:chgData name="Masuda, Isamu (増田 勇)" userId="d3e5b3f7-6854-418d-836d-cdbffc4e55c6" providerId="ADAL" clId="{4A23A56D-FDDD-434E-B9CB-8DDFEF682DD0}" dt="2023-04-28T01:52:35.585" v="34131" actId="1038"/>
          <ac:grpSpMkLst>
            <pc:docMk/>
            <pc:sldMk cId="2382802603" sldId="271"/>
            <ac:grpSpMk id="31" creationId="{70048E4F-E8F4-4480-88EC-E67C29641D64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35" creationId="{383D589A-CF17-4134-A168-27F4280E3407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42" creationId="{B137E049-7707-4F5C-BA25-EC0AA91FE028}"/>
          </ac:grpSpMkLst>
        </pc:grpChg>
        <pc:grpChg chg="add mod">
          <ac:chgData name="Masuda, Isamu (増田 勇)" userId="d3e5b3f7-6854-418d-836d-cdbffc4e55c6" providerId="ADAL" clId="{4A23A56D-FDDD-434E-B9CB-8DDFEF682DD0}" dt="2023-04-19T05:49:17.896" v="22995"/>
          <ac:grpSpMkLst>
            <pc:docMk/>
            <pc:sldMk cId="2382802603" sldId="271"/>
            <ac:grpSpMk id="61" creationId="{9C1FDA27-D4E4-5157-05D0-8E72A65F5ACF}"/>
          </ac:grpSpMkLst>
        </pc:grpChg>
        <pc:grpChg chg="add mod">
          <ac:chgData name="Masuda, Isamu (増田 勇)" userId="d3e5b3f7-6854-418d-836d-cdbffc4e55c6" providerId="ADAL" clId="{4A23A56D-FDDD-434E-B9CB-8DDFEF682DD0}" dt="2023-04-28T02:00:45.763" v="34731" actId="1036"/>
          <ac:grpSpMkLst>
            <pc:docMk/>
            <pc:sldMk cId="2382802603" sldId="271"/>
            <ac:grpSpMk id="73" creationId="{1D0877A2-A31D-3C71-6274-381E3CD4E3E0}"/>
          </ac:grpSpMkLst>
        </pc:grp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8" creationId="{829F915A-9EAC-4542-99DC-546A23093F4B}"/>
          </ac:picMkLst>
        </pc:pic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9" creationId="{1FECB697-0D60-429C-852F-18B15B67E27F}"/>
          </ac:picMkLst>
        </pc:picChg>
        <pc:cxnChg chg="mod">
          <ac:chgData name="Masuda, Isamu (増田 勇)" userId="d3e5b3f7-6854-418d-836d-cdbffc4e55c6" providerId="ADAL" clId="{4A23A56D-FDDD-434E-B9CB-8DDFEF682DD0}" dt="2023-04-28T01:52:35.585" v="34131" actId="1038"/>
          <ac:cxnSpMkLst>
            <pc:docMk/>
            <pc:sldMk cId="2382802603" sldId="271"/>
            <ac:cxnSpMk id="39" creationId="{1FF066AE-7F4A-4CE6-A3A8-7BC1DDACB015}"/>
          </ac:cxnSpMkLst>
        </pc:cxnChg>
        <pc:cxnChg chg="mod">
          <ac:chgData name="Masuda, Isamu (増田 勇)" userId="d3e5b3f7-6854-418d-836d-cdbffc4e55c6" providerId="ADAL" clId="{4A23A56D-FDDD-434E-B9CB-8DDFEF682DD0}" dt="2023-04-28T01:58:14.216" v="34589" actId="1037"/>
          <ac:cxnSpMkLst>
            <pc:docMk/>
            <pc:sldMk cId="2382802603" sldId="271"/>
            <ac:cxnSpMk id="45" creationId="{088F48C2-5008-4B0C-A8EE-AD9CB8AD095F}"/>
          </ac:cxnSpMkLst>
        </pc:cxnChg>
        <pc:cxnChg chg="mod">
          <ac:chgData name="Masuda, Isamu (増田 勇)" userId="d3e5b3f7-6854-418d-836d-cdbffc4e55c6" providerId="ADAL" clId="{4A23A56D-FDDD-434E-B9CB-8DDFEF682DD0}" dt="2023-04-18T08:07:02.910" v="9478" actId="14100"/>
          <ac:cxnSpMkLst>
            <pc:docMk/>
            <pc:sldMk cId="2382802603" sldId="271"/>
            <ac:cxnSpMk id="46" creationId="{B7171B81-9104-450A-8567-ADEBFFCC503A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49" creationId="{0B42D659-531F-44EF-AC15-C6939D75F19B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2" creationId="{C4690334-AFD7-4EE7-88A9-D84EFEEE3539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7" creationId="{606E29DA-3B0F-433C-BC27-D066333BBAE0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8" creationId="{BB11CA6F-94A8-4D04-82B6-FB5E7DD3CC0B}"/>
          </ac:cxnSpMkLst>
        </pc:cxnChg>
      </pc:sldChg>
      <pc:sldChg chg="delSp modSp mod">
        <pc:chgData name="Masuda, Isamu (増田 勇)" userId="d3e5b3f7-6854-418d-836d-cdbffc4e55c6" providerId="ADAL" clId="{4A23A56D-FDDD-434E-B9CB-8DDFEF682DD0}" dt="2023-04-24T06:11:53.696" v="32647" actId="20577"/>
        <pc:sldMkLst>
          <pc:docMk/>
          <pc:sldMk cId="3021197836" sldId="11740"/>
        </pc:sldMkLst>
        <pc:spChg chg="mod">
          <ac:chgData name="Masuda, Isamu (増田 勇)" userId="d3e5b3f7-6854-418d-836d-cdbffc4e55c6" providerId="ADAL" clId="{4A23A56D-FDDD-434E-B9CB-8DDFEF682DD0}" dt="2023-04-18T05:36:21.618" v="16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Masuda, Isamu (増田 勇)" userId="d3e5b3f7-6854-418d-836d-cdbffc4e55c6" providerId="ADAL" clId="{4A23A56D-FDDD-434E-B9CB-8DDFEF682DD0}" dt="2023-04-24T06:11:53.696" v="32647" actId="20577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Masuda, Isamu (増田 勇)" userId="d3e5b3f7-6854-418d-836d-cdbffc4e55c6" providerId="ADAL" clId="{4A23A56D-FDDD-434E-B9CB-8DDFEF682DD0}" dt="2023-04-18T05:36:13.617" v="0" actId="478"/>
          <ac:spMkLst>
            <pc:docMk/>
            <pc:sldMk cId="3021197836" sldId="11740"/>
            <ac:spMk id="4" creationId="{AE52258C-DB7B-4FA3-984A-4BC8B290904F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29897718" sldId="1174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71659261" sldId="1411688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804395964" sldId="141169102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502378239" sldId="14116910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611610932" sldId="14116910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314586050" sldId="141169108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460892657" sldId="141169109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138549799" sldId="14116911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60360909" sldId="14116911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272460462" sldId="14116911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52211031" sldId="1411691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50249222" sldId="14116911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968043928" sldId="14116912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572875671" sldId="141169121"/>
        </pc:sldMkLst>
      </pc:sldChg>
      <pc:sldChg chg="addSp delSp modSp mod">
        <pc:chgData name="Masuda, Isamu (増田 勇)" userId="d3e5b3f7-6854-418d-836d-cdbffc4e55c6" providerId="ADAL" clId="{4A23A56D-FDDD-434E-B9CB-8DDFEF682DD0}" dt="2023-04-24T01:24:32.546" v="30625" actId="478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4A23A56D-FDDD-434E-B9CB-8DDFEF682DD0}" dt="2023-04-18T05:39:20.191" v="183" actId="20577"/>
          <ac:spMkLst>
            <pc:docMk/>
            <pc:sldMk cId="99012383" sldId="141169122"/>
            <ac:spMk id="2" creationId="{A421D82D-9954-1183-3B28-F63DCCB46E06}"/>
          </ac:spMkLst>
        </pc:spChg>
        <pc:spChg chg="add del mod">
          <ac:chgData name="Masuda, Isamu (増田 勇)" userId="d3e5b3f7-6854-418d-836d-cdbffc4e55c6" providerId="ADAL" clId="{4A23A56D-FDDD-434E-B9CB-8DDFEF682DD0}" dt="2023-04-24T01:24:32.546" v="30625" actId="478"/>
          <ac:spMkLst>
            <pc:docMk/>
            <pc:sldMk cId="99012383" sldId="141169122"/>
            <ac:spMk id="3" creationId="{24AE6868-5CB7-712E-2DA6-BF7F24075397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58764276" sldId="14116912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11368263" sldId="14116912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238379348" sldId="14116912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7529864" sldId="141169127"/>
        </pc:sldMkLst>
      </pc:sldChg>
      <pc:sldChg chg="new del">
        <pc:chgData name="Masuda, Isamu (増田 勇)" userId="d3e5b3f7-6854-418d-836d-cdbffc4e55c6" providerId="ADAL" clId="{4A23A56D-FDDD-434E-B9CB-8DDFEF682DD0}" dt="2023-04-18T05:36:35.002" v="27" actId="47"/>
        <pc:sldMkLst>
          <pc:docMk/>
          <pc:sldMk cId="3056098531" sldId="141169128"/>
        </pc:sldMkLst>
      </pc:sldChg>
      <pc:sldChg chg="addSp delSp modSp new mod ord">
        <pc:chgData name="Masuda, Isamu (増田 勇)" userId="d3e5b3f7-6854-418d-836d-cdbffc4e55c6" providerId="ADAL" clId="{4A23A56D-FDDD-434E-B9CB-8DDFEF682DD0}" dt="2023-04-24T06:16:14.801" v="32675" actId="478"/>
        <pc:sldMkLst>
          <pc:docMk/>
          <pc:sldMk cId="3145682042" sldId="141169128"/>
        </pc:sldMkLst>
        <pc:spChg chg="mod">
          <ac:chgData name="Masuda, Isamu (増田 勇)" userId="d3e5b3f7-6854-418d-836d-cdbffc4e55c6" providerId="ADAL" clId="{4A23A56D-FDDD-434E-B9CB-8DDFEF682DD0}" dt="2023-04-18T05:36:40.890" v="38" actId="20577"/>
          <ac:spMkLst>
            <pc:docMk/>
            <pc:sldMk cId="3145682042" sldId="141169128"/>
            <ac:spMk id="2" creationId="{4693CB26-1C1B-A5DB-1B37-AA385E3336E9}"/>
          </ac:spMkLst>
        </pc:spChg>
        <pc:spChg chg="mod">
          <ac:chgData name="Masuda, Isamu (増田 勇)" userId="d3e5b3f7-6854-418d-836d-cdbffc4e55c6" providerId="ADAL" clId="{4A23A56D-FDDD-434E-B9CB-8DDFEF682DD0}" dt="2023-04-24T06:03:57.831" v="32641" actId="20577"/>
          <ac:spMkLst>
            <pc:docMk/>
            <pc:sldMk cId="3145682042" sldId="141169128"/>
            <ac:spMk id="3" creationId="{BEDC2814-97FC-DFAB-2058-1419AEAE2C35}"/>
          </ac:spMkLst>
        </pc:spChg>
        <pc:spChg chg="add del mod">
          <ac:chgData name="Masuda, Isamu (増田 勇)" userId="d3e5b3f7-6854-418d-836d-cdbffc4e55c6" providerId="ADAL" clId="{4A23A56D-FDDD-434E-B9CB-8DDFEF682DD0}" dt="2023-04-24T06:16:14.801" v="32675" actId="478"/>
          <ac:spMkLst>
            <pc:docMk/>
            <pc:sldMk cId="3145682042" sldId="141169128"/>
            <ac:spMk id="4" creationId="{9579723A-514F-36E6-DCF6-5E863332D304}"/>
          </ac:spMkLst>
        </pc:spChg>
        <pc:spChg chg="add del mod">
          <ac:chgData name="Masuda, Isamu (増田 勇)" userId="d3e5b3f7-6854-418d-836d-cdbffc4e55c6" providerId="ADAL" clId="{4A23A56D-FDDD-434E-B9CB-8DDFEF682DD0}" dt="2023-04-19T05:57:33.686" v="23356" actId="478"/>
          <ac:spMkLst>
            <pc:docMk/>
            <pc:sldMk cId="3145682042" sldId="141169128"/>
            <ac:spMk id="4" creationId="{C1EACD60-5E7A-DC35-06FE-8CDB71B343E6}"/>
          </ac:spMkLst>
        </pc:spChg>
        <pc:spChg chg="add del mod">
          <ac:chgData name="Masuda, Isamu (増田 勇)" userId="d3e5b3f7-6854-418d-836d-cdbffc4e55c6" providerId="ADAL" clId="{4A23A56D-FDDD-434E-B9CB-8DDFEF682DD0}" dt="2023-04-24T06:03:43.026" v="32636" actId="478"/>
          <ac:spMkLst>
            <pc:docMk/>
            <pc:sldMk cId="3145682042" sldId="141169128"/>
            <ac:spMk id="5" creationId="{BBD15FAC-5DF1-2190-A887-F4794A8AFE30}"/>
          </ac:spMkLst>
        </pc:spChg>
      </pc:sldChg>
      <pc:sldChg chg="addSp modSp new del mod ord">
        <pc:chgData name="Masuda, Isamu (増田 勇)" userId="d3e5b3f7-6854-418d-836d-cdbffc4e55c6" providerId="ADAL" clId="{4A23A56D-FDDD-434E-B9CB-8DDFEF682DD0}" dt="2023-04-19T05:57:19.730" v="23351" actId="47"/>
        <pc:sldMkLst>
          <pc:docMk/>
          <pc:sldMk cId="1352419213" sldId="141169129"/>
        </pc:sldMkLst>
        <pc:spChg chg="mod">
          <ac:chgData name="Masuda, Isamu (増田 勇)" userId="d3e5b3f7-6854-418d-836d-cdbffc4e55c6" providerId="ADAL" clId="{4A23A56D-FDDD-434E-B9CB-8DDFEF682DD0}" dt="2023-04-18T05:39:31.681" v="200" actId="20577"/>
          <ac:spMkLst>
            <pc:docMk/>
            <pc:sldMk cId="1352419213" sldId="141169129"/>
            <ac:spMk id="2" creationId="{FE9A075F-2629-4191-18C2-50ED248E47D9}"/>
          </ac:spMkLst>
        </pc:spChg>
        <pc:spChg chg="mod">
          <ac:chgData name="Masuda, Isamu (増田 勇)" userId="d3e5b3f7-6854-418d-836d-cdbffc4e55c6" providerId="ADAL" clId="{4A23A56D-FDDD-434E-B9CB-8DDFEF682DD0}" dt="2023-04-19T05:24:25.766" v="21947" actId="14100"/>
          <ac:spMkLst>
            <pc:docMk/>
            <pc:sldMk cId="1352419213" sldId="141169129"/>
            <ac:spMk id="3" creationId="{CB6B0373-BDE1-5BA2-8438-C9B07D85EA7A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4" creationId="{5FC0FFB7-338F-A43A-EA25-7F3CC2A5118E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5" creationId="{B44BF696-EE1F-5BDF-B952-352098AF496C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6" creationId="{2745208B-55A9-BA15-09E5-9D2351C16556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7" creationId="{E9B9DD1F-91A0-9E0A-235C-A29AB098907F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8" creationId="{E6C2193C-4F0C-EE73-F63B-9EF8A08D2776}"/>
          </ac:spMkLst>
        </pc:spChg>
        <pc:spChg chg="add mod">
          <ac:chgData name="Masuda, Isamu (増田 勇)" userId="d3e5b3f7-6854-418d-836d-cdbffc4e55c6" providerId="ADAL" clId="{4A23A56D-FDDD-434E-B9CB-8DDFEF682DD0}" dt="2023-04-19T05:27:07.057" v="22007" actId="2085"/>
          <ac:spMkLst>
            <pc:docMk/>
            <pc:sldMk cId="1352419213" sldId="141169129"/>
            <ac:spMk id="10" creationId="{E01DB6A9-7B57-83DE-AD76-0B16CADD2E09}"/>
          </ac:spMkLst>
        </pc:spChg>
        <pc:spChg chg="add mod">
          <ac:chgData name="Masuda, Isamu (増田 勇)" userId="d3e5b3f7-6854-418d-836d-cdbffc4e55c6" providerId="ADAL" clId="{4A23A56D-FDDD-434E-B9CB-8DDFEF682DD0}" dt="2023-04-19T05:27:53.113" v="22021" actId="14100"/>
          <ac:spMkLst>
            <pc:docMk/>
            <pc:sldMk cId="1352419213" sldId="141169129"/>
            <ac:spMk id="11" creationId="{EAC4B398-E0AA-B516-218F-EFEC349ECAFB}"/>
          </ac:spMkLst>
        </pc:spChg>
        <pc:spChg chg="add mod">
          <ac:chgData name="Masuda, Isamu (増田 勇)" userId="d3e5b3f7-6854-418d-836d-cdbffc4e55c6" providerId="ADAL" clId="{4A23A56D-FDDD-434E-B9CB-8DDFEF682DD0}" dt="2023-04-19T05:29:57.569" v="22175" actId="14100"/>
          <ac:spMkLst>
            <pc:docMk/>
            <pc:sldMk cId="1352419213" sldId="141169129"/>
            <ac:spMk id="12" creationId="{2D52A843-68F0-C78A-4965-B9E4CC1607D8}"/>
          </ac:spMkLst>
        </pc:spChg>
        <pc:spChg chg="mod">
          <ac:chgData name="Masuda, Isamu (増田 勇)" userId="d3e5b3f7-6854-418d-836d-cdbffc4e55c6" providerId="ADAL" clId="{4A23A56D-FDDD-434E-B9CB-8DDFEF682DD0}" dt="2023-04-19T05:46:07.552" v="22949" actId="571"/>
          <ac:spMkLst>
            <pc:docMk/>
            <pc:sldMk cId="1352419213" sldId="141169129"/>
            <ac:spMk id="14" creationId="{9B122A45-5055-814A-2E47-3D888C750DA4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5" creationId="{674A64F1-867D-A785-8CD9-14D85D9C5115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6" creationId="{11630E2F-CB49-164F-770B-AAA970E20D18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7" creationId="{08896E27-5037-CC4B-B7AD-7A72DBC8414B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8" creationId="{9694B4EC-41C3-E26D-FC99-778EF6F33700}"/>
          </ac:spMkLst>
        </pc:spChg>
        <pc:spChg chg="mod">
          <ac:chgData name="Masuda, Isamu (増田 勇)" userId="d3e5b3f7-6854-418d-836d-cdbffc4e55c6" providerId="ADAL" clId="{4A23A56D-FDDD-434E-B9CB-8DDFEF682DD0}" dt="2023-04-19T05:46:26.775" v="22952" actId="207"/>
          <ac:spMkLst>
            <pc:docMk/>
            <pc:sldMk cId="1352419213" sldId="141169129"/>
            <ac:spMk id="20" creationId="{9BA3DA93-1957-430D-BD45-C83F94F2D41A}"/>
          </ac:spMkLst>
        </pc:spChg>
        <pc:spChg chg="mod">
          <ac:chgData name="Masuda, Isamu (増田 勇)" userId="d3e5b3f7-6854-418d-836d-cdbffc4e55c6" providerId="ADAL" clId="{4A23A56D-FDDD-434E-B9CB-8DDFEF682DD0}" dt="2023-04-19T05:46:22.473" v="22951" actId="571"/>
          <ac:spMkLst>
            <pc:docMk/>
            <pc:sldMk cId="1352419213" sldId="141169129"/>
            <ac:spMk id="21" creationId="{CEC8AF6A-31DB-D09B-C487-E553E89417F6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2" creationId="{0B2143DF-30EE-6F74-8204-23E8E64C5D38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3" creationId="{583565E3-F885-E454-33CF-0A69BF8F84BE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4" creationId="{47907AF1-6C3C-2CFC-1D05-B3D0242B12BC}"/>
          </ac:spMkLst>
        </pc:spChg>
        <pc:spChg chg="mod">
          <ac:chgData name="Masuda, Isamu (増田 勇)" userId="d3e5b3f7-6854-418d-836d-cdbffc4e55c6" providerId="ADAL" clId="{4A23A56D-FDDD-434E-B9CB-8DDFEF682DD0}" dt="2023-04-19T05:47:12.608" v="22961" actId="207"/>
          <ac:spMkLst>
            <pc:docMk/>
            <pc:sldMk cId="1352419213" sldId="141169129"/>
            <ac:spMk id="26" creationId="{3DB31E7F-5BB3-F177-07AF-0D1769633292}"/>
          </ac:spMkLst>
        </pc:spChg>
        <pc:spChg chg="mod">
          <ac:chgData name="Masuda, Isamu (増田 勇)" userId="d3e5b3f7-6854-418d-836d-cdbffc4e55c6" providerId="ADAL" clId="{4A23A56D-FDDD-434E-B9CB-8DDFEF682DD0}" dt="2023-04-19T05:47:14.109" v="22962" actId="207"/>
          <ac:spMkLst>
            <pc:docMk/>
            <pc:sldMk cId="1352419213" sldId="141169129"/>
            <ac:spMk id="27" creationId="{4919AAFA-0560-390E-5AE3-32DA874A80A8}"/>
          </ac:spMkLst>
        </pc:spChg>
        <pc:spChg chg="mod">
          <ac:chgData name="Masuda, Isamu (増田 勇)" userId="d3e5b3f7-6854-418d-836d-cdbffc4e55c6" providerId="ADAL" clId="{4A23A56D-FDDD-434E-B9CB-8DDFEF682DD0}" dt="2023-04-19T05:46:43.999" v="22956" actId="571"/>
          <ac:spMkLst>
            <pc:docMk/>
            <pc:sldMk cId="1352419213" sldId="141169129"/>
            <ac:spMk id="28" creationId="{42040F13-5B83-A0F6-2159-70C6320C82B0}"/>
          </ac:spMkLst>
        </pc:spChg>
        <pc:spChg chg="mod">
          <ac:chgData name="Masuda, Isamu (増田 勇)" userId="d3e5b3f7-6854-418d-836d-cdbffc4e55c6" providerId="ADAL" clId="{4A23A56D-FDDD-434E-B9CB-8DDFEF682DD0}" dt="2023-04-19T05:47:16.013" v="22963" actId="207"/>
          <ac:spMkLst>
            <pc:docMk/>
            <pc:sldMk cId="1352419213" sldId="141169129"/>
            <ac:spMk id="29" creationId="{5E877309-FE0E-F00E-0E33-831158FF5A53}"/>
          </ac:spMkLst>
        </pc:spChg>
        <pc:spChg chg="mod">
          <ac:chgData name="Masuda, Isamu (増田 勇)" userId="d3e5b3f7-6854-418d-836d-cdbffc4e55c6" providerId="ADAL" clId="{4A23A56D-FDDD-434E-B9CB-8DDFEF682DD0}" dt="2023-04-19T05:47:17.642" v="22964" actId="207"/>
          <ac:spMkLst>
            <pc:docMk/>
            <pc:sldMk cId="1352419213" sldId="141169129"/>
            <ac:spMk id="30" creationId="{A5E4ED0D-4D64-CFFA-FA36-298E205313F8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2" creationId="{58B267F4-8343-954D-7581-D1292E842E57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3" creationId="{C1A185D3-2B1F-4740-7D3C-9C4DCAC0EFF1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4" creationId="{F31DBA7A-274E-A32F-C9E4-3054DCCCB4DC}"/>
          </ac:spMkLst>
        </pc:spChg>
        <pc:spChg chg="mod">
          <ac:chgData name="Masuda, Isamu (増田 勇)" userId="d3e5b3f7-6854-418d-836d-cdbffc4e55c6" providerId="ADAL" clId="{4A23A56D-FDDD-434E-B9CB-8DDFEF682DD0}" dt="2023-04-19T05:47:21.416" v="22965" actId="571"/>
          <ac:spMkLst>
            <pc:docMk/>
            <pc:sldMk cId="1352419213" sldId="141169129"/>
            <ac:spMk id="35" creationId="{A2AF099C-6720-D75A-90F3-136B563E5D25}"/>
          </ac:spMkLst>
        </pc:spChg>
        <pc:spChg chg="mod">
          <ac:chgData name="Masuda, Isamu (増田 勇)" userId="d3e5b3f7-6854-418d-836d-cdbffc4e55c6" providerId="ADAL" clId="{4A23A56D-FDDD-434E-B9CB-8DDFEF682DD0}" dt="2023-04-19T05:47:29.891" v="22967" actId="207"/>
          <ac:spMkLst>
            <pc:docMk/>
            <pc:sldMk cId="1352419213" sldId="141169129"/>
            <ac:spMk id="36" creationId="{305E8B68-6F0A-0720-1FD4-EF6746460FE5}"/>
          </ac:spMkLst>
        </pc:spChg>
        <pc:spChg chg="mod">
          <ac:chgData name="Masuda, Isamu (増田 勇)" userId="d3e5b3f7-6854-418d-836d-cdbffc4e55c6" providerId="ADAL" clId="{4A23A56D-FDDD-434E-B9CB-8DDFEF682DD0}" dt="2023-04-19T05:47:37.509" v="22969" actId="207"/>
          <ac:spMkLst>
            <pc:docMk/>
            <pc:sldMk cId="1352419213" sldId="141169129"/>
            <ac:spMk id="38" creationId="{53BDA9D0-F57F-77F8-6438-BDC1AB551187}"/>
          </ac:spMkLst>
        </pc:spChg>
        <pc:spChg chg="mod">
          <ac:chgData name="Masuda, Isamu (増田 勇)" userId="d3e5b3f7-6854-418d-836d-cdbffc4e55c6" providerId="ADAL" clId="{4A23A56D-FDDD-434E-B9CB-8DDFEF682DD0}" dt="2023-04-19T05:47:40.264" v="22970" actId="207"/>
          <ac:spMkLst>
            <pc:docMk/>
            <pc:sldMk cId="1352419213" sldId="141169129"/>
            <ac:spMk id="39" creationId="{60D4BD76-8EA9-63FD-27B6-75180ACF629D}"/>
          </ac:spMkLst>
        </pc:spChg>
        <pc:spChg chg="mod">
          <ac:chgData name="Masuda, Isamu (増田 勇)" userId="d3e5b3f7-6854-418d-836d-cdbffc4e55c6" providerId="ADAL" clId="{4A23A56D-FDDD-434E-B9CB-8DDFEF682DD0}" dt="2023-04-19T05:47:41.178" v="22971" actId="207"/>
          <ac:spMkLst>
            <pc:docMk/>
            <pc:sldMk cId="1352419213" sldId="141169129"/>
            <ac:spMk id="40" creationId="{7F407792-4A7D-35A9-5BB1-57A110F7CB98}"/>
          </ac:spMkLst>
        </pc:spChg>
        <pc:spChg chg="mod">
          <ac:chgData name="Masuda, Isamu (増田 勇)" userId="d3e5b3f7-6854-418d-836d-cdbffc4e55c6" providerId="ADAL" clId="{4A23A56D-FDDD-434E-B9CB-8DDFEF682DD0}" dt="2023-04-19T05:47:41.887" v="22972" actId="207"/>
          <ac:spMkLst>
            <pc:docMk/>
            <pc:sldMk cId="1352419213" sldId="141169129"/>
            <ac:spMk id="41" creationId="{2D525402-09E2-C172-4D12-4AE47EAC7C60}"/>
          </ac:spMkLst>
        </pc:spChg>
        <pc:spChg chg="mod">
          <ac:chgData name="Masuda, Isamu (増田 勇)" userId="d3e5b3f7-6854-418d-836d-cdbffc4e55c6" providerId="ADAL" clId="{4A23A56D-FDDD-434E-B9CB-8DDFEF682DD0}" dt="2023-04-19T05:47:34.690" v="22968" actId="571"/>
          <ac:spMkLst>
            <pc:docMk/>
            <pc:sldMk cId="1352419213" sldId="141169129"/>
            <ac:spMk id="42" creationId="{58CE5C36-5E0C-9B1C-F44A-7D599C2B5516}"/>
          </ac:spMkLst>
        </pc:spChg>
        <pc:grpChg chg="add mod">
          <ac:chgData name="Masuda, Isamu (増田 勇)" userId="d3e5b3f7-6854-418d-836d-cdbffc4e55c6" providerId="ADAL" clId="{4A23A56D-FDDD-434E-B9CB-8DDFEF682DD0}" dt="2023-04-19T05:46:41.192" v="22955" actId="1076"/>
          <ac:grpSpMkLst>
            <pc:docMk/>
            <pc:sldMk cId="1352419213" sldId="141169129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19T05:46:07.552" v="22949" actId="571"/>
          <ac:grpSpMkLst>
            <pc:docMk/>
            <pc:sldMk cId="1352419213" sldId="141169129"/>
            <ac:grpSpMk id="13" creationId="{0C438301-807F-2E06-0983-D5604CE8E90E}"/>
          </ac:grpSpMkLst>
        </pc:grpChg>
        <pc:grpChg chg="add mod">
          <ac:chgData name="Masuda, Isamu (増田 勇)" userId="d3e5b3f7-6854-418d-836d-cdbffc4e55c6" providerId="ADAL" clId="{4A23A56D-FDDD-434E-B9CB-8DDFEF682DD0}" dt="2023-04-19T05:48:20.217" v="22978" actId="1076"/>
          <ac:grpSpMkLst>
            <pc:docMk/>
            <pc:sldMk cId="1352419213" sldId="141169129"/>
            <ac:grpSpMk id="19" creationId="{C9638C8F-5CFF-C084-47B9-D74AE0E3E0A9}"/>
          </ac:grpSpMkLst>
        </pc:grpChg>
        <pc:grpChg chg="add mod">
          <ac:chgData name="Masuda, Isamu (増田 勇)" userId="d3e5b3f7-6854-418d-836d-cdbffc4e55c6" providerId="ADAL" clId="{4A23A56D-FDDD-434E-B9CB-8DDFEF682DD0}" dt="2023-04-19T05:46:43.999" v="22956" actId="571"/>
          <ac:grpSpMkLst>
            <pc:docMk/>
            <pc:sldMk cId="1352419213" sldId="141169129"/>
            <ac:grpSpMk id="25" creationId="{3AE60232-8368-E453-9312-E1486B1445DA}"/>
          </ac:grpSpMkLst>
        </pc:grpChg>
        <pc:grpChg chg="add mod">
          <ac:chgData name="Masuda, Isamu (増田 勇)" userId="d3e5b3f7-6854-418d-836d-cdbffc4e55c6" providerId="ADAL" clId="{4A23A56D-FDDD-434E-B9CB-8DDFEF682DD0}" dt="2023-04-19T05:47:21.416" v="22965" actId="571"/>
          <ac:grpSpMkLst>
            <pc:docMk/>
            <pc:sldMk cId="1352419213" sldId="141169129"/>
            <ac:grpSpMk id="31" creationId="{2DC049BC-306A-9802-C624-3A1CF196CD37}"/>
          </ac:grpSpMkLst>
        </pc:grpChg>
        <pc:grpChg chg="add mod">
          <ac:chgData name="Masuda, Isamu (増田 勇)" userId="d3e5b3f7-6854-418d-836d-cdbffc4e55c6" providerId="ADAL" clId="{4A23A56D-FDDD-434E-B9CB-8DDFEF682DD0}" dt="2023-04-19T05:47:46.187" v="22973" actId="1076"/>
          <ac:grpSpMkLst>
            <pc:docMk/>
            <pc:sldMk cId="1352419213" sldId="141169129"/>
            <ac:grpSpMk id="37" creationId="{02827D53-DCCD-C4C1-B297-ED9D1F9C8EFA}"/>
          </ac:grpSpMkLst>
        </pc:grpChg>
      </pc:sldChg>
      <pc:sldChg chg="addSp delSp modSp new mod">
        <pc:chgData name="Masuda, Isamu (増田 勇)" userId="d3e5b3f7-6854-418d-836d-cdbffc4e55c6" providerId="ADAL" clId="{4A23A56D-FDDD-434E-B9CB-8DDFEF682DD0}" dt="2023-04-28T02:03:28.515" v="34911" actId="20577"/>
        <pc:sldMkLst>
          <pc:docMk/>
          <pc:sldMk cId="2446366900" sldId="141169130"/>
        </pc:sldMkLst>
        <pc:spChg chg="mod">
          <ac:chgData name="Masuda, Isamu (増田 勇)" userId="d3e5b3f7-6854-418d-836d-cdbffc4e55c6" providerId="ADAL" clId="{4A23A56D-FDDD-434E-B9CB-8DDFEF682DD0}" dt="2023-04-18T05:46:20.635" v="698" actId="20577"/>
          <ac:spMkLst>
            <pc:docMk/>
            <pc:sldMk cId="2446366900" sldId="141169130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8:30:11.793" v="10497" actId="20577"/>
          <ac:spMkLst>
            <pc:docMk/>
            <pc:sldMk cId="2446366900" sldId="141169130"/>
            <ac:spMk id="3" creationId="{AE82EBD8-E977-94A7-61CD-FA9CEFDEE498}"/>
          </ac:spMkLst>
        </pc:spChg>
        <pc:spChg chg="add mod">
          <ac:chgData name="Masuda, Isamu (増田 勇)" userId="d3e5b3f7-6854-418d-836d-cdbffc4e55c6" providerId="ADAL" clId="{4A23A56D-FDDD-434E-B9CB-8DDFEF682DD0}" dt="2023-04-24T05:51:37.674" v="32383" actId="20577"/>
          <ac:spMkLst>
            <pc:docMk/>
            <pc:sldMk cId="2446366900" sldId="141169130"/>
            <ac:spMk id="4" creationId="{DD93413B-22A5-5E72-B88A-F34DAE122AEC}"/>
          </ac:spMkLst>
        </pc:spChg>
        <pc:spChg chg="add del mod">
          <ac:chgData name="Masuda, Isamu (増田 勇)" userId="d3e5b3f7-6854-418d-836d-cdbffc4e55c6" providerId="ADAL" clId="{4A23A56D-FDDD-434E-B9CB-8DDFEF682DD0}" dt="2023-04-18T08:35:31.009" v="11264" actId="21"/>
          <ac:spMkLst>
            <pc:docMk/>
            <pc:sldMk cId="2446366900" sldId="141169130"/>
            <ac:spMk id="5" creationId="{55AAEB53-ADEE-6672-E9D3-AF9719A8D358}"/>
          </ac:spMkLst>
        </pc:spChg>
        <pc:spChg chg="add mod">
          <ac:chgData name="Masuda, Isamu (増田 勇)" userId="d3e5b3f7-6854-418d-836d-cdbffc4e55c6" providerId="ADAL" clId="{4A23A56D-FDDD-434E-B9CB-8DDFEF682DD0}" dt="2023-04-28T02:03:28.515" v="34911" actId="20577"/>
          <ac:spMkLst>
            <pc:docMk/>
            <pc:sldMk cId="2446366900" sldId="141169130"/>
            <ac:spMk id="5" creationId="{BADD7AD7-ADCD-4D76-7859-3B1B6FD35C71}"/>
          </ac:spMkLst>
        </pc:spChg>
        <pc:spChg chg="add mod">
          <ac:chgData name="Masuda, Isamu (増田 勇)" userId="d3e5b3f7-6854-418d-836d-cdbffc4e55c6" providerId="ADAL" clId="{4A23A56D-FDDD-434E-B9CB-8DDFEF682DD0}" dt="2023-04-19T00:56:57.321" v="13285" actId="14100"/>
          <ac:spMkLst>
            <pc:docMk/>
            <pc:sldMk cId="2446366900" sldId="141169130"/>
            <ac:spMk id="6" creationId="{3153F0D4-DF93-7B6D-74E9-534C3D91B380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7" creationId="{D447F95E-E1B7-4971-3D2E-8167A840CA7A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8" creationId="{996DAC0D-D826-A45B-CCB4-8B954B686C79}"/>
          </ac:spMkLst>
        </pc:spChg>
        <pc:spChg chg="add mod">
          <ac:chgData name="Masuda, Isamu (増田 勇)" userId="d3e5b3f7-6854-418d-836d-cdbffc4e55c6" providerId="ADAL" clId="{4A23A56D-FDDD-434E-B9CB-8DDFEF682DD0}" dt="2023-04-24T05:52:19.960" v="32420" actId="404"/>
          <ac:spMkLst>
            <pc:docMk/>
            <pc:sldMk cId="2446366900" sldId="141169130"/>
            <ac:spMk id="9" creationId="{8BDFA321-8BEA-B0E8-400A-488DCBF45F39}"/>
          </ac:spMkLst>
        </pc:spChg>
        <pc:spChg chg="add mod">
          <ac:chgData name="Masuda, Isamu (増田 勇)" userId="d3e5b3f7-6854-418d-836d-cdbffc4e55c6" providerId="ADAL" clId="{4A23A56D-FDDD-434E-B9CB-8DDFEF682DD0}" dt="2023-04-19T00:54:34.797" v="13159" actId="14100"/>
          <ac:spMkLst>
            <pc:docMk/>
            <pc:sldMk cId="2446366900" sldId="141169130"/>
            <ac:spMk id="11" creationId="{2CDAEA74-1197-00E6-6C31-A92242D88CFA}"/>
          </ac:spMkLst>
        </pc:spChg>
        <pc:spChg chg="add del mod">
          <ac:chgData name="Masuda, Isamu (増田 勇)" userId="d3e5b3f7-6854-418d-836d-cdbffc4e55c6" providerId="ADAL" clId="{4A23A56D-FDDD-434E-B9CB-8DDFEF682DD0}" dt="2023-04-19T01:01:33.203" v="13490" actId="478"/>
          <ac:spMkLst>
            <pc:docMk/>
            <pc:sldMk cId="2446366900" sldId="141169130"/>
            <ac:spMk id="12" creationId="{9872D8D2-8490-BC60-0A5F-5EDEFF873A08}"/>
          </ac:spMkLst>
        </pc:spChg>
        <pc:spChg chg="add mod">
          <ac:chgData name="Masuda, Isamu (増田 勇)" userId="d3e5b3f7-6854-418d-836d-cdbffc4e55c6" providerId="ADAL" clId="{4A23A56D-FDDD-434E-B9CB-8DDFEF682DD0}" dt="2023-04-19T01:28:38.663" v="15151" actId="113"/>
          <ac:spMkLst>
            <pc:docMk/>
            <pc:sldMk cId="2446366900" sldId="141169130"/>
            <ac:spMk id="14" creationId="{F34DE056-B3FF-5305-A21C-E38B0DD3C910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6" creationId="{74DA0863-61B4-6576-67FB-D0A56835FA66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7" creationId="{94814BEE-E7DE-9D88-266D-0D7434C7ADD2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8" creationId="{18ABF82B-FD6D-47F0-A72C-359C335915DB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9" creationId="{959F87B7-F90F-E213-9188-9D4403A22C51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20" creationId="{28415FAF-3F57-4FBD-D15C-163D0CC445FA}"/>
          </ac:spMkLst>
        </pc:spChg>
        <pc:grpChg chg="add mod">
          <ac:chgData name="Masuda, Isamu (増田 勇)" userId="d3e5b3f7-6854-418d-836d-cdbffc4e55c6" providerId="ADAL" clId="{4A23A56D-FDDD-434E-B9CB-8DDFEF682DD0}" dt="2023-04-19T05:47:55.629" v="22975" actId="1076"/>
          <ac:grpSpMkLst>
            <pc:docMk/>
            <pc:sldMk cId="2446366900" sldId="141169130"/>
            <ac:grpSpMk id="15" creationId="{625002AA-673A-03BA-40D5-3F3F94F0D520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0" creationId="{A2179852-45FF-A63B-1470-F6A0436C2FB3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3" creationId="{4213E03D-D580-DFA0-B4BB-C112A65AB8CF}"/>
          </ac:graphicFrameMkLst>
        </pc:graphicFrameChg>
      </pc:sldChg>
      <pc:sldChg chg="addSp delSp modSp new mod">
        <pc:chgData name="Masuda, Isamu (増田 勇)" userId="d3e5b3f7-6854-418d-836d-cdbffc4e55c6" providerId="ADAL" clId="{4A23A56D-FDDD-434E-B9CB-8DDFEF682DD0}" dt="2023-04-24T05:40:43.193" v="32165" actId="113"/>
        <pc:sldMkLst>
          <pc:docMk/>
          <pc:sldMk cId="2168518305" sldId="141169131"/>
        </pc:sldMkLst>
        <pc:spChg chg="mod">
          <ac:chgData name="Masuda, Isamu (増田 勇)" userId="d3e5b3f7-6854-418d-836d-cdbffc4e55c6" providerId="ADAL" clId="{4A23A56D-FDDD-434E-B9CB-8DDFEF682DD0}" dt="2023-04-18T05:50:50.954" v="1286" actId="20577"/>
          <ac:spMkLst>
            <pc:docMk/>
            <pc:sldMk cId="2168518305" sldId="141169131"/>
            <ac:spMk id="2" creationId="{10AA4517-C793-9628-CDD7-754CCA33C2A7}"/>
          </ac:spMkLst>
        </pc:spChg>
        <pc:spChg chg="del">
          <ac:chgData name="Masuda, Isamu (増田 勇)" userId="d3e5b3f7-6854-418d-836d-cdbffc4e55c6" providerId="ADAL" clId="{4A23A56D-FDDD-434E-B9CB-8DDFEF682DD0}" dt="2023-04-24T05:39:15.196" v="32067" actId="478"/>
          <ac:spMkLst>
            <pc:docMk/>
            <pc:sldMk cId="2168518305" sldId="141169131"/>
            <ac:spMk id="3" creationId="{EE62ED8C-C517-3F8F-4DF6-544F3A46CBAC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5" creationId="{3B117B25-07B5-D121-0F02-8FE7C9282019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6" creationId="{09BD4F6C-9830-CC8A-5450-4C2DE3FAE024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7" creationId="{7D7DFB9E-895C-0818-6C2D-3ABB926E5F6B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8" creationId="{40CD3337-D525-042C-16C0-71E55A03E985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9" creationId="{5AE8A436-75BF-BA8B-5E4C-85DFF00100DF}"/>
          </ac:spMkLst>
        </pc:spChg>
        <pc:spChg chg="add mod">
          <ac:chgData name="Masuda, Isamu (増田 勇)" userId="d3e5b3f7-6854-418d-836d-cdbffc4e55c6" providerId="ADAL" clId="{4A23A56D-FDDD-434E-B9CB-8DDFEF682DD0}" dt="2023-04-24T05:39:54.841" v="32091" actId="14100"/>
          <ac:spMkLst>
            <pc:docMk/>
            <pc:sldMk cId="2168518305" sldId="141169131"/>
            <ac:spMk id="11" creationId="{07EC42D4-EDA5-186A-57FC-718A8F014793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1" creationId="{6EBD2C67-2D2E-3C14-8A20-31866E67762F}"/>
          </ac:spMkLst>
        </pc:spChg>
        <pc:spChg chg="add mod">
          <ac:chgData name="Masuda, Isamu (増田 勇)" userId="d3e5b3f7-6854-418d-836d-cdbffc4e55c6" providerId="ADAL" clId="{4A23A56D-FDDD-434E-B9CB-8DDFEF682DD0}" dt="2023-04-24T05:40:43.193" v="32165" actId="113"/>
          <ac:spMkLst>
            <pc:docMk/>
            <pc:sldMk cId="2168518305" sldId="141169131"/>
            <ac:spMk id="12" creationId="{3836CCFF-087C-0C2E-68D8-911BF63D53BE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2" creationId="{409C617D-1476-4E6B-461B-81380639D72F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3" creationId="{B6E4AC88-2538-E457-5672-897C3F57C210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4" creationId="{5C27C0CC-EC28-A67F-B0DB-74241507C758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5" creationId="{FC65E015-DEA5-B843-F972-627E84B12688}"/>
          </ac:spMkLst>
        </pc:spChg>
        <pc:grpChg chg="add mod">
          <ac:chgData name="Masuda, Isamu (増田 勇)" userId="d3e5b3f7-6854-418d-836d-cdbffc4e55c6" providerId="ADAL" clId="{4A23A56D-FDDD-434E-B9CB-8DDFEF682DD0}" dt="2023-04-19T05:48:11.514" v="22976"/>
          <ac:grpSpMkLst>
            <pc:docMk/>
            <pc:sldMk cId="2168518305" sldId="141169131"/>
            <ac:grpSpMk id="4" creationId="{7F2D8E94-90D1-E83F-A737-57A9F7771983}"/>
          </ac:grpSpMkLst>
        </pc:grpChg>
        <pc:grpChg chg="add del mod">
          <ac:chgData name="Masuda, Isamu (増田 勇)" userId="d3e5b3f7-6854-418d-836d-cdbffc4e55c6" providerId="ADAL" clId="{4A23A56D-FDDD-434E-B9CB-8DDFEF682DD0}" dt="2023-04-19T05:48:29.209" v="22981" actId="21"/>
          <ac:grpSpMkLst>
            <pc:docMk/>
            <pc:sldMk cId="2168518305" sldId="141169131"/>
            <ac:grpSpMk id="10" creationId="{7F93EEE3-186F-FBEC-8F39-96CBE8221AD9}"/>
          </ac:grpSpMkLst>
        </pc:grpChg>
        <pc:picChg chg="add mod modCrop">
          <ac:chgData name="Masuda, Isamu (増田 勇)" userId="d3e5b3f7-6854-418d-836d-cdbffc4e55c6" providerId="ADAL" clId="{4A23A56D-FDDD-434E-B9CB-8DDFEF682DD0}" dt="2023-04-24T05:39:33.391" v="32078" actId="12788"/>
          <ac:picMkLst>
            <pc:docMk/>
            <pc:sldMk cId="2168518305" sldId="141169131"/>
            <ac:picMk id="10" creationId="{19B51764-F8EC-42E6-8ADB-B81157047734}"/>
          </ac:picMkLst>
        </pc:picChg>
      </pc:sldChg>
      <pc:sldChg chg="addSp delSp modSp add mod ord">
        <pc:chgData name="Masuda, Isamu (増田 勇)" userId="d3e5b3f7-6854-418d-836d-cdbffc4e55c6" providerId="ADAL" clId="{4A23A56D-FDDD-434E-B9CB-8DDFEF682DD0}" dt="2023-04-24T02:00:34.693" v="31675" actId="20577"/>
        <pc:sldMkLst>
          <pc:docMk/>
          <pc:sldMk cId="1962478445" sldId="141169132"/>
        </pc:sldMkLst>
        <pc:spChg chg="mod">
          <ac:chgData name="Masuda, Isamu (増田 勇)" userId="d3e5b3f7-6854-418d-836d-cdbffc4e55c6" providerId="ADAL" clId="{4A23A56D-FDDD-434E-B9CB-8DDFEF682DD0}" dt="2023-04-18T05:53:25.973" v="1318" actId="20577"/>
          <ac:spMkLst>
            <pc:docMk/>
            <pc:sldMk cId="1962478445" sldId="141169132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23.614" v="4412" actId="20577"/>
          <ac:spMkLst>
            <pc:docMk/>
            <pc:sldMk cId="1962478445" sldId="141169132"/>
            <ac:spMk id="3" creationId="{AE82EBD8-E977-94A7-61CD-FA9CEFDEE498}"/>
          </ac:spMkLst>
        </pc:spChg>
        <pc:spChg chg="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4" creationId="{DD93413B-22A5-5E72-B88A-F34DAE122AEC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5" creationId="{F0BDFC75-F0FB-AD5B-0434-0E963B29A159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6" creationId="{0E7ECE6B-78E1-F56B-D029-4C63FCA8F552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7" creationId="{D20FC214-11D7-E3BE-3506-37EA9764711E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8" creationId="{06B3B68E-1048-43CE-C318-64877210E19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9" creationId="{7E57BF31-D743-436C-9B6D-E3447A739CA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0" creationId="{05655317-83A3-B720-6602-8D2DB2BB774A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1" creationId="{D709B7D9-F2D8-3A39-5006-4712F37D334B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2" creationId="{1B3D2756-923B-2ACA-5C1F-554CA21777B1}"/>
          </ac:spMkLst>
        </pc:spChg>
        <pc:spChg chg="add mod topLvl">
          <ac:chgData name="Masuda, Isamu (増田 勇)" userId="d3e5b3f7-6854-418d-836d-cdbffc4e55c6" providerId="ADAL" clId="{4A23A56D-FDDD-434E-B9CB-8DDFEF682DD0}" dt="2023-04-24T02:00:34.693" v="31675" actId="20577"/>
          <ac:spMkLst>
            <pc:docMk/>
            <pc:sldMk cId="1962478445" sldId="141169132"/>
            <ac:spMk id="14" creationId="{C400BA63-874D-1F5D-1C40-EAB8F430A85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5" creationId="{643A7C47-D96C-5DAD-1388-963E12DB08CF}"/>
          </ac:spMkLst>
        </pc:spChg>
        <pc:spChg chg="add mod topLvl">
          <ac:chgData name="Masuda, Isamu (増田 勇)" userId="d3e5b3f7-6854-418d-836d-cdbffc4e55c6" providerId="ADAL" clId="{4A23A56D-FDDD-434E-B9CB-8DDFEF682DD0}" dt="2023-04-18T08:15:49.457" v="9608" actId="6549"/>
          <ac:spMkLst>
            <pc:docMk/>
            <pc:sldMk cId="1962478445" sldId="141169132"/>
            <ac:spMk id="16" creationId="{81DBB265-2A68-DB40-EE81-D2227C8BB514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7" creationId="{98DE21B2-15DA-33AB-DB19-8D4B1DF73232}"/>
          </ac:spMkLst>
        </pc:spChg>
        <pc:spChg chg="add mod topLvl">
          <ac:chgData name="Masuda, Isamu (増田 勇)" userId="d3e5b3f7-6854-418d-836d-cdbffc4e55c6" providerId="ADAL" clId="{4A23A56D-FDDD-434E-B9CB-8DDFEF682DD0}" dt="2023-04-21T07:59:58.374" v="29840" actId="404"/>
          <ac:spMkLst>
            <pc:docMk/>
            <pc:sldMk cId="1962478445" sldId="141169132"/>
            <ac:spMk id="18" creationId="{7E4B5927-B39A-F59A-4A7A-9E996A909BF9}"/>
          </ac:spMkLst>
        </pc:spChg>
        <pc:spChg chg="add mod topLvl">
          <ac:chgData name="Masuda, Isamu (増田 勇)" userId="d3e5b3f7-6854-418d-836d-cdbffc4e55c6" providerId="ADAL" clId="{4A23A56D-FDDD-434E-B9CB-8DDFEF682DD0}" dt="2023-04-18T08:14:27.106" v="9496" actId="20577"/>
          <ac:spMkLst>
            <pc:docMk/>
            <pc:sldMk cId="1962478445" sldId="141169132"/>
            <ac:spMk id="19" creationId="{1936C26A-131D-6893-0442-FA25B0E53880}"/>
          </ac:spMkLst>
        </pc:spChg>
        <pc:spChg chg="add mod topLvl">
          <ac:chgData name="Masuda, Isamu (増田 勇)" userId="d3e5b3f7-6854-418d-836d-cdbffc4e55c6" providerId="ADAL" clId="{4A23A56D-FDDD-434E-B9CB-8DDFEF682DD0}" dt="2023-04-18T08:14:42.899" v="9501" actId="20577"/>
          <ac:spMkLst>
            <pc:docMk/>
            <pc:sldMk cId="1962478445" sldId="141169132"/>
            <ac:spMk id="20" creationId="{5750CD6D-88DD-8786-ABA1-98A83D29E5D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21" creationId="{362C5D30-B525-56B7-5E91-054F298FDB3F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2" creationId="{9F46D3F4-4E3A-4E55-FE30-E7FE727943AE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3" creationId="{B2D63D29-04E5-50D9-A48B-AC5359E63C33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4" creationId="{C7BBA45D-3727-B58C-37B2-6C2FABB50B17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5" creationId="{CBA41131-8FAE-2321-3D0D-E0106DE9C4C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6" creationId="{7F96159B-B607-0D37-C421-D2E74442B3F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7" creationId="{602BFB4E-B60C-3D2F-2233-A07ECAC50C05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8" creationId="{6F534909-D881-9E9B-21B3-2355F89877EA}"/>
          </ac:spMkLst>
        </pc:spChg>
        <pc:grpChg chg="add del mod">
          <ac:chgData name="Masuda, Isamu (増田 勇)" userId="d3e5b3f7-6854-418d-836d-cdbffc4e55c6" providerId="ADAL" clId="{4A23A56D-FDDD-434E-B9CB-8DDFEF682DD0}" dt="2023-04-18T05:59:35.995" v="1990" actId="165"/>
          <ac:grpSpMkLst>
            <pc:docMk/>
            <pc:sldMk cId="1962478445" sldId="141169132"/>
            <ac:grpSpMk id="13" creationId="{01ABCBF0-44EA-6330-1916-DE44BE167C5F}"/>
          </ac:grpSpMkLst>
        </pc:grpChg>
        <pc:grpChg chg="add mod">
          <ac:chgData name="Masuda, Isamu (増田 勇)" userId="d3e5b3f7-6854-418d-836d-cdbffc4e55c6" providerId="ADAL" clId="{4A23A56D-FDDD-434E-B9CB-8DDFEF682DD0}" dt="2023-04-19T05:48:32.041" v="22982"/>
          <ac:grpSpMkLst>
            <pc:docMk/>
            <pc:sldMk cId="1962478445" sldId="141169132"/>
            <ac:grpSpMk id="13" creationId="{769E3CF8-0D98-783E-067F-1769B690EF53}"/>
          </ac:grpSpMkLst>
        </pc:grpChg>
        <pc:grpChg chg="add del mod">
          <ac:chgData name="Masuda, Isamu (増田 勇)" userId="d3e5b3f7-6854-418d-836d-cdbffc4e55c6" providerId="ADAL" clId="{4A23A56D-FDDD-434E-B9CB-8DDFEF682DD0}" dt="2023-04-18T06:24:29.591" v="3489" actId="165"/>
          <ac:grpSpMkLst>
            <pc:docMk/>
            <pc:sldMk cId="1962478445" sldId="141169132"/>
            <ac:grpSpMk id="24" creationId="{C6269659-FB46-5276-789F-A9A7E2F9AC8E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5:41:58.484" v="32193" actId="21"/>
        <pc:sldMkLst>
          <pc:docMk/>
          <pc:sldMk cId="1580275054" sldId="141169133"/>
        </pc:sldMkLst>
        <pc:spChg chg="mod">
          <ac:chgData name="Masuda, Isamu (増田 勇)" userId="d3e5b3f7-6854-418d-836d-cdbffc4e55c6" providerId="ADAL" clId="{4A23A56D-FDDD-434E-B9CB-8DDFEF682DD0}" dt="2023-04-18T06:25:06.629" v="3525" actId="20577"/>
          <ac:spMkLst>
            <pc:docMk/>
            <pc:sldMk cId="1580275054" sldId="141169133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24T05:41:58.484" v="32193" actId="21"/>
          <ac:spMkLst>
            <pc:docMk/>
            <pc:sldMk cId="1580275054" sldId="141169133"/>
            <ac:spMk id="3" creationId="{EE62ED8C-C517-3F8F-4DF6-544F3A46CBAC}"/>
          </ac:spMkLst>
        </pc:spChg>
        <pc:spChg chg="add del mod">
          <ac:chgData name="Masuda, Isamu (増田 勇)" userId="d3e5b3f7-6854-418d-836d-cdbffc4e55c6" providerId="ADAL" clId="{4A23A56D-FDDD-434E-B9CB-8DDFEF682DD0}" dt="2023-04-19T01:20:47.806" v="14991" actId="478"/>
          <ac:spMkLst>
            <pc:docMk/>
            <pc:sldMk cId="1580275054" sldId="141169133"/>
            <ac:spMk id="5" creationId="{A8530B06-908E-B5CF-7460-45392C5DD9C4}"/>
          </ac:spMkLst>
        </pc:spChg>
        <pc:spChg chg="add mod">
          <ac:chgData name="Masuda, Isamu (増田 勇)" userId="d3e5b3f7-6854-418d-836d-cdbffc4e55c6" providerId="ADAL" clId="{4A23A56D-FDDD-434E-B9CB-8DDFEF682DD0}" dt="2023-04-19T01:21:38.850" v="15028" actId="20577"/>
          <ac:spMkLst>
            <pc:docMk/>
            <pc:sldMk cId="1580275054" sldId="141169133"/>
            <ac:spMk id="6" creationId="{7CFE0578-5020-BB57-7A57-4B4FC2C72820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0" creationId="{2CBF98B8-6E75-CD33-0C8A-6EB5E6366656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1" creationId="{AE095A30-4227-1963-F8E4-7DF50C71D744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2" creationId="{C4AF6736-4FA1-C4F2-484C-F2D21020C55C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3" creationId="{FDBF1495-B36C-E603-2702-95927AFB0A31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4" creationId="{861A5742-35E7-5D3A-C2E9-4228504FC78B}"/>
          </ac:spMkLst>
        </pc:spChg>
        <pc:grpChg chg="add mod">
          <ac:chgData name="Masuda, Isamu (増田 勇)" userId="d3e5b3f7-6854-418d-836d-cdbffc4e55c6" providerId="ADAL" clId="{4A23A56D-FDDD-434E-B9CB-8DDFEF682DD0}" dt="2023-04-19T01:58:28.557" v="16434" actId="1076"/>
          <ac:grpSpMkLst>
            <pc:docMk/>
            <pc:sldMk cId="1580275054" sldId="141169133"/>
            <ac:grpSpMk id="8" creationId="{EB4CF377-BBB3-BDC2-19FB-5045DDA049E8}"/>
          </ac:grpSpMkLst>
        </pc:grpChg>
        <pc:grpChg chg="add mod">
          <ac:chgData name="Masuda, Isamu (増田 勇)" userId="d3e5b3f7-6854-418d-836d-cdbffc4e55c6" providerId="ADAL" clId="{4A23A56D-FDDD-434E-B9CB-8DDFEF682DD0}" dt="2023-04-19T05:48:35.128" v="22983"/>
          <ac:grpSpMkLst>
            <pc:docMk/>
            <pc:sldMk cId="1580275054" sldId="141169133"/>
            <ac:grpSpMk id="9" creationId="{2C0F4926-4E31-027B-42F3-DCA570621C3C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24:17.535" v="15148" actId="115"/>
          <ac:graphicFrameMkLst>
            <pc:docMk/>
            <pc:sldMk cId="1580275054" sldId="141169133"/>
            <ac:graphicFrameMk id="4" creationId="{5E33FDC9-9954-3F63-9A1F-36386DD8E592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9T01:21:16.868" v="14993" actId="164"/>
          <ac:cxnSpMkLst>
            <pc:docMk/>
            <pc:sldMk cId="1580275054" sldId="141169133"/>
            <ac:cxnSpMk id="7" creationId="{6CF7E135-E54B-69F1-BB38-3DAA45119911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19T05:49:11.290" v="22993" actId="207"/>
        <pc:sldMkLst>
          <pc:docMk/>
          <pc:sldMk cId="3004396583" sldId="141169134"/>
        </pc:sldMkLst>
        <pc:spChg chg="mod">
          <ac:chgData name="Masuda, Isamu (増田 勇)" userId="d3e5b3f7-6854-418d-836d-cdbffc4e55c6" providerId="ADAL" clId="{4A23A56D-FDDD-434E-B9CB-8DDFEF682DD0}" dt="2023-04-19T05:49:03.434" v="22991" actId="20577"/>
          <ac:spMkLst>
            <pc:docMk/>
            <pc:sldMk cId="3004396583" sldId="141169134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13.889" v="4391" actId="20577"/>
          <ac:spMkLst>
            <pc:docMk/>
            <pc:sldMk cId="3004396583" sldId="141169134"/>
            <ac:spMk id="3" creationId="{AE82EBD8-E977-94A7-61CD-FA9CEFDEE49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4" creationId="{DD93413B-22A5-5E72-B88A-F34DAE122AEC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5" creationId="{011BF3B7-F319-EB99-7E2D-3B04378EAEE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5" creationId="{F0BDFC75-F0FB-AD5B-0434-0E963B29A15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6" creationId="{0E7ECE6B-78E1-F56B-D029-4C63FCA8F552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6" creationId="{69A04F08-9182-C94B-DCD7-DC2731C750F7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7" creationId="{D20FC214-11D7-E3BE-3506-37EA9764711E}"/>
          </ac:spMkLst>
        </pc:spChg>
        <pc:spChg chg="mod">
          <ac:chgData name="Masuda, Isamu (増田 勇)" userId="d3e5b3f7-6854-418d-836d-cdbffc4e55c6" providerId="ADAL" clId="{4A23A56D-FDDD-434E-B9CB-8DDFEF682DD0}" dt="2023-04-19T05:49:07.757" v="22992" actId="207"/>
          <ac:spMkLst>
            <pc:docMk/>
            <pc:sldMk cId="3004396583" sldId="141169134"/>
            <ac:spMk id="7" creationId="{EE7DA3E3-F38C-61E2-500C-11FAB3A9FE1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8" creationId="{06B3B68E-1048-43CE-C318-64877210E198}"/>
          </ac:spMkLst>
        </pc:spChg>
        <pc:spChg chg="mod">
          <ac:chgData name="Masuda, Isamu (増田 勇)" userId="d3e5b3f7-6854-418d-836d-cdbffc4e55c6" providerId="ADAL" clId="{4A23A56D-FDDD-434E-B9CB-8DDFEF682DD0}" dt="2023-04-19T05:49:11.290" v="22993" actId="207"/>
          <ac:spMkLst>
            <pc:docMk/>
            <pc:sldMk cId="3004396583" sldId="141169134"/>
            <ac:spMk id="8" creationId="{28C1982A-87CD-6E88-DBD0-987D8AC5E709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9" creationId="{4B4300F5-55A2-24C3-9A14-0C231A9AD01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9" creationId="{7E57BF31-D743-436C-9B6D-E3447A739CA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0" creationId="{05655317-83A3-B720-6602-8D2DB2BB774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1" creationId="{D709B7D9-F2D8-3A39-5006-4712F37D334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2" creationId="{1B3D2756-923B-2ACA-5C1F-554CA21777B1}"/>
          </ac:spMkLst>
        </pc:spChg>
        <pc:spChg chg="add mod">
          <ac:chgData name="Masuda, Isamu (増田 勇)" userId="d3e5b3f7-6854-418d-836d-cdbffc4e55c6" providerId="ADAL" clId="{4A23A56D-FDDD-434E-B9CB-8DDFEF682DD0}" dt="2023-04-18T06:55:24.077" v="5615" actId="2085"/>
          <ac:spMkLst>
            <pc:docMk/>
            <pc:sldMk cId="3004396583" sldId="141169134"/>
            <ac:spMk id="13" creationId="{EAF781B4-647B-98A8-DE4D-9EDCA321997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4" creationId="{C400BA63-874D-1F5D-1C40-EAB8F430A85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5" creationId="{643A7C47-D96C-5DAD-1388-963E12DB08C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6" creationId="{81DBB265-2A68-DB40-EE81-D2227C8BB514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7" creationId="{98DE21B2-15DA-33AB-DB19-8D4B1DF73232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8" creationId="{7E4B5927-B39A-F59A-4A7A-9E996A909BF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9" creationId="{1936C26A-131D-6893-0442-FA25B0E53880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0" creationId="{5750CD6D-88DD-8786-ABA1-98A83D29E5D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1" creationId="{362C5D30-B525-56B7-5E91-054F298FDB3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2" creationId="{9F46D3F4-4E3A-4E55-FE30-E7FE727943AE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3" creationId="{B2D63D29-04E5-50D9-A48B-AC5359E63C33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4" creationId="{1D3682C4-A060-56AF-A317-78666790DD40}"/>
          </ac:spMkLst>
        </pc:spChg>
        <pc:spChg chg="add mod">
          <ac:chgData name="Masuda, Isamu (増田 勇)" userId="d3e5b3f7-6854-418d-836d-cdbffc4e55c6" providerId="ADAL" clId="{4A23A56D-FDDD-434E-B9CB-8DDFEF682DD0}" dt="2023-04-18T06:42:46.501" v="4931" actId="1037"/>
          <ac:spMkLst>
            <pc:docMk/>
            <pc:sldMk cId="3004396583" sldId="141169134"/>
            <ac:spMk id="25" creationId="{60CE045B-64BE-D318-9189-7B7C0163A2A7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6" creationId="{A638AFBA-5A7E-9655-D79F-7DE9B6D8B8D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7" creationId="{8294CDCC-E83B-95A5-D7D2-5885288ED39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8" creationId="{20A9B5F7-2DE5-3718-2A52-B03B47266478}"/>
          </ac:spMkLst>
        </pc:spChg>
        <pc:spChg chg="add mod">
          <ac:chgData name="Masuda, Isamu (増田 勇)" userId="d3e5b3f7-6854-418d-836d-cdbffc4e55c6" providerId="ADAL" clId="{4A23A56D-FDDD-434E-B9CB-8DDFEF682DD0}" dt="2023-04-19T05:12:52.786" v="21617" actId="12788"/>
          <ac:spMkLst>
            <pc:docMk/>
            <pc:sldMk cId="3004396583" sldId="141169134"/>
            <ac:spMk id="29" creationId="{A783CAF2-0E67-9DFE-0589-930E79771732}"/>
          </ac:spMkLst>
        </pc:spChg>
        <pc:spChg chg="add del mod">
          <ac:chgData name="Masuda, Isamu (増田 勇)" userId="d3e5b3f7-6854-418d-836d-cdbffc4e55c6" providerId="ADAL" clId="{4A23A56D-FDDD-434E-B9CB-8DDFEF682DD0}" dt="2023-04-18T06:56:50.311" v="5632"/>
          <ac:spMkLst>
            <pc:docMk/>
            <pc:sldMk cId="3004396583" sldId="141169134"/>
            <ac:spMk id="35" creationId="{619FE860-B9AC-4CDE-E7AC-E06E2F998EA9}"/>
          </ac:spMkLst>
        </pc:spChg>
        <pc:grpChg chg="add mod">
          <ac:chgData name="Masuda, Isamu (増田 勇)" userId="d3e5b3f7-6854-418d-836d-cdbffc4e55c6" providerId="ADAL" clId="{4A23A56D-FDDD-434E-B9CB-8DDFEF682DD0}" dt="2023-04-19T05:49:00.830" v="22987"/>
          <ac:grpSpMkLst>
            <pc:docMk/>
            <pc:sldMk cId="3004396583" sldId="141169134"/>
            <ac:grpSpMk id="4" creationId="{67C3435D-AE7F-17E5-BE77-F1D75408E37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5:13:13.281" v="21626" actId="404"/>
          <ac:graphicFrameMkLst>
            <pc:docMk/>
            <pc:sldMk cId="3004396583" sldId="141169134"/>
            <ac:graphicFrameMk id="30" creationId="{A9A1DBA0-93EA-BA09-97C6-3072E9D72454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5:13:16.589" v="21627" actId="404"/>
          <ac:graphicFrameMkLst>
            <pc:docMk/>
            <pc:sldMk cId="3004396583" sldId="141169134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6:55:56.752" v="5628" actId="14100"/>
          <ac:cxnSpMkLst>
            <pc:docMk/>
            <pc:sldMk cId="3004396583" sldId="141169134"/>
            <ac:cxnSpMk id="33" creationId="{48848474-F003-9830-231E-8C21204C58C2}"/>
          </ac:cxnSpMkLst>
        </pc:cxnChg>
        <pc:cxnChg chg="add mod">
          <ac:chgData name="Masuda, Isamu (増田 勇)" userId="d3e5b3f7-6854-418d-836d-cdbffc4e55c6" providerId="ADAL" clId="{4A23A56D-FDDD-434E-B9CB-8DDFEF682DD0}" dt="2023-04-19T05:13:07.459" v="21625" actId="1038"/>
          <ac:cxnSpMkLst>
            <pc:docMk/>
            <pc:sldMk cId="3004396583" sldId="141169134"/>
            <ac:cxnSpMk id="34" creationId="{1969A5B1-C08A-503F-87B0-B4337FB44C96}"/>
          </ac:cxnSpMkLst>
        </pc:cxnChg>
      </pc:sldChg>
      <pc:sldChg chg="add del">
        <pc:chgData name="Masuda, Isamu (増田 勇)" userId="d3e5b3f7-6854-418d-836d-cdbffc4e55c6" providerId="ADAL" clId="{4A23A56D-FDDD-434E-B9CB-8DDFEF682DD0}" dt="2023-04-18T06:26:49.300" v="3793"/>
        <pc:sldMkLst>
          <pc:docMk/>
          <pc:sldMk cId="3396230140" sldId="141169134"/>
        </pc:sldMkLst>
      </pc:sldChg>
      <pc:sldChg chg="add del">
        <pc:chgData name="Masuda, Isamu (増田 勇)" userId="d3e5b3f7-6854-418d-836d-cdbffc4e55c6" providerId="ADAL" clId="{4A23A56D-FDDD-434E-B9CB-8DDFEF682DD0}" dt="2023-04-18T06:26:52.550" v="3795"/>
        <pc:sldMkLst>
          <pc:docMk/>
          <pc:sldMk cId="3420835581" sldId="141169134"/>
        </pc:sldMkLst>
      </pc:sldChg>
      <pc:sldChg chg="addSp delSp modSp add del mod">
        <pc:chgData name="Masuda, Isamu (増田 勇)" userId="d3e5b3f7-6854-418d-836d-cdbffc4e55c6" providerId="ADAL" clId="{4A23A56D-FDDD-434E-B9CB-8DDFEF682DD0}" dt="2023-04-21T08:38:16.616" v="30624" actId="47"/>
        <pc:sldMkLst>
          <pc:docMk/>
          <pc:sldMk cId="3673074415" sldId="141169135"/>
        </pc:sldMkLst>
        <pc:spChg chg="mod">
          <ac:chgData name="Masuda, Isamu (増田 勇)" userId="d3e5b3f7-6854-418d-836d-cdbffc4e55c6" providerId="ADAL" clId="{4A23A56D-FDDD-434E-B9CB-8DDFEF682DD0}" dt="2023-04-19T06:59:08.537" v="28190" actId="20577"/>
          <ac:spMkLst>
            <pc:docMk/>
            <pc:sldMk cId="3673074415" sldId="141169135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19T07:30:15.335" v="28672" actId="14100"/>
          <ac:spMkLst>
            <pc:docMk/>
            <pc:sldMk cId="3673074415" sldId="141169135"/>
            <ac:spMk id="3" creationId="{EE62ED8C-C517-3F8F-4DF6-544F3A46CBAC}"/>
          </ac:spMkLst>
        </pc:spChg>
        <pc:spChg chg="add del mod ord">
          <ac:chgData name="Masuda, Isamu (増田 勇)" userId="d3e5b3f7-6854-418d-836d-cdbffc4e55c6" providerId="ADAL" clId="{4A23A56D-FDDD-434E-B9CB-8DDFEF682DD0}" dt="2023-04-19T06:59:02.722" v="28186" actId="478"/>
          <ac:spMkLst>
            <pc:docMk/>
            <pc:sldMk cId="3673074415" sldId="141169135"/>
            <ac:spMk id="4" creationId="{3E8793C1-264A-0311-00CC-77BE8194E567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7" creationId="{6265605B-8D5F-ECAB-27F9-D20E2091CE9E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8" creationId="{3335299D-C8AD-BE30-EA61-AABD25D7512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9" creationId="{7102A481-51FE-E7FB-F3E3-5F4B01F5BB34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0" creationId="{9B0BDB70-B1A3-0B94-A98C-F34456D9301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1" creationId="{29DD94D8-CF68-AF18-8C85-ED721D38CF6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3" creationId="{5AA71B6F-4F64-59A1-B223-BC2A1FC0C5B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4" creationId="{6638CDB7-7716-903F-6CEB-67C05745E9E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5" creationId="{4C1015EE-3B8E-2047-1A14-DEB573FA4BC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6" creationId="{2870F8F1-683F-8671-FCB4-366C413A82D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7" creationId="{8BFE7C6A-A12D-B4CB-2DD3-A386E9D15B9E}"/>
          </ac:spMkLst>
        </pc:spChg>
        <pc:spChg chg="add mod">
          <ac:chgData name="Masuda, Isamu (増田 勇)" userId="d3e5b3f7-6854-418d-836d-cdbffc4e55c6" providerId="ADAL" clId="{4A23A56D-FDDD-434E-B9CB-8DDFEF682DD0}" dt="2023-04-19T07:45:33.949" v="28896" actId="1076"/>
          <ac:spMkLst>
            <pc:docMk/>
            <pc:sldMk cId="3673074415" sldId="141169135"/>
            <ac:spMk id="18" creationId="{B087A7D8-0ED9-F86F-E9CA-65B70232C4C8}"/>
          </ac:spMkLst>
        </pc:spChg>
        <pc:spChg chg="add del mod">
          <ac:chgData name="Masuda, Isamu (増田 勇)" userId="d3e5b3f7-6854-418d-836d-cdbffc4e55c6" providerId="ADAL" clId="{4A23A56D-FDDD-434E-B9CB-8DDFEF682DD0}" dt="2023-04-19T07:10:25.063" v="28664" actId="478"/>
          <ac:spMkLst>
            <pc:docMk/>
            <pc:sldMk cId="3673074415" sldId="141169135"/>
            <ac:spMk id="19" creationId="{5C766CEE-B52E-E402-724B-9829C984E663}"/>
          </ac:spMkLst>
        </pc:spChg>
        <pc:spChg chg="add mod">
          <ac:chgData name="Masuda, Isamu (増田 勇)" userId="d3e5b3f7-6854-418d-836d-cdbffc4e55c6" providerId="ADAL" clId="{4A23A56D-FDDD-434E-B9CB-8DDFEF682DD0}" dt="2023-04-19T07:44:37.849" v="28884" actId="1076"/>
          <ac:spMkLst>
            <pc:docMk/>
            <pc:sldMk cId="3673074415" sldId="141169135"/>
            <ac:spMk id="20" creationId="{308E5FC3-B201-6604-7C73-DD29F0A61900}"/>
          </ac:spMkLst>
        </pc:spChg>
        <pc:spChg chg="add del mod">
          <ac:chgData name="Masuda, Isamu (増田 勇)" userId="d3e5b3f7-6854-418d-836d-cdbffc4e55c6" providerId="ADAL" clId="{4A23A56D-FDDD-434E-B9CB-8DDFEF682DD0}" dt="2023-04-19T07:45:05.308" v="28890" actId="478"/>
          <ac:spMkLst>
            <pc:docMk/>
            <pc:sldMk cId="3673074415" sldId="141169135"/>
            <ac:spMk id="21" creationId="{2D275CC7-8ADC-6B68-A86F-2EB876D44CAE}"/>
          </ac:spMkLst>
        </pc:spChg>
        <pc:grpChg chg="add del mod">
          <ac:chgData name="Masuda, Isamu (増田 勇)" userId="d3e5b3f7-6854-418d-836d-cdbffc4e55c6" providerId="ADAL" clId="{4A23A56D-FDDD-434E-B9CB-8DDFEF682DD0}" dt="2023-04-19T05:47:05.351" v="22960" actId="478"/>
          <ac:grpSpMkLst>
            <pc:docMk/>
            <pc:sldMk cId="3673074415" sldId="141169135"/>
            <ac:grpSpMk id="6" creationId="{8C6C6C8E-E96B-4F0C-3943-3B732B5C2678}"/>
          </ac:grpSpMkLst>
        </pc:grpChg>
        <pc:grpChg chg="add mod">
          <ac:chgData name="Masuda, Isamu (増田 勇)" userId="d3e5b3f7-6854-418d-836d-cdbffc4e55c6" providerId="ADAL" clId="{4A23A56D-FDDD-434E-B9CB-8DDFEF682DD0}" dt="2023-04-19T05:49:14.489" v="22994"/>
          <ac:grpSpMkLst>
            <pc:docMk/>
            <pc:sldMk cId="3673074415" sldId="141169135"/>
            <ac:grpSpMk id="12" creationId="{0C509030-CEF8-258C-3DC6-117F1C301E87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7:44:59.489" v="28888" actId="14100"/>
          <ac:graphicFrameMkLst>
            <pc:docMk/>
            <pc:sldMk cId="3673074415" sldId="141169135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45:29.884" v="28895" actId="14100"/>
          <ac:graphicFrameMkLst>
            <pc:docMk/>
            <pc:sldMk cId="3673074415" sldId="141169135"/>
            <ac:graphicFrameMk id="22" creationId="{FD97FB74-F16B-2C6A-885C-CF8EEE2BF308}"/>
          </ac:graphicFrameMkLst>
        </pc:graphicFrameChg>
      </pc:sldChg>
      <pc:sldChg chg="addSp delSp modSp add mod ord modShow">
        <pc:chgData name="Masuda, Isamu (増田 勇)" userId="d3e5b3f7-6854-418d-836d-cdbffc4e55c6" providerId="ADAL" clId="{4A23A56D-FDDD-434E-B9CB-8DDFEF682DD0}" dt="2023-04-24T02:40:27.185" v="32044"/>
        <pc:sldMkLst>
          <pc:docMk/>
          <pc:sldMk cId="3416382551" sldId="141169136"/>
        </pc:sldMkLst>
        <pc:spChg chg="mod">
          <ac:chgData name="Masuda, Isamu (増田 勇)" userId="d3e5b3f7-6854-418d-836d-cdbffc4e55c6" providerId="ADAL" clId="{4A23A56D-FDDD-434E-B9CB-8DDFEF682DD0}" dt="2023-04-19T05:07:31.183" v="21573" actId="20577"/>
          <ac:spMkLst>
            <pc:docMk/>
            <pc:sldMk cId="3416382551" sldId="141169136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9T05:07:34.350" v="21577" actId="20577"/>
          <ac:spMkLst>
            <pc:docMk/>
            <pc:sldMk cId="3416382551" sldId="141169136"/>
            <ac:spMk id="3" creationId="{AE82EBD8-E977-94A7-61CD-FA9CEFDEE49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4" creationId="{5645CB2E-599B-F48D-5E7D-89A4CD802F21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5" creationId="{01DF8629-A68A-116F-3358-ACB3486992A2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6" creationId="{A30D83A1-22EC-0941-A803-526E08FAB4E6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7" creationId="{AD5F6043-8657-9EF6-266F-38534C30028D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8" creationId="{2C09F3FF-7EC5-B192-F01F-62FF56D6057C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9" creationId="{2389E39A-177D-8BBD-5080-222D7AD069F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0" creationId="{ACB68FB0-538B-67AF-7383-7EE443ABA85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1" creationId="{012F7C95-67E9-955B-4B59-A46AB442EBE3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2" creationId="{F90290CA-79DE-57A5-171D-5BEE54C9F0F2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13" creationId="{EAF781B4-647B-98A8-DE4D-9EDCA321997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5" creationId="{6322FD45-24E9-9D66-FC02-60016429006F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6" creationId="{F751DC0F-56EC-1AF0-E0F6-A30F6DD82EE5}"/>
          </ac:spMkLst>
        </pc:spChg>
        <pc:spChg chg="add del">
          <ac:chgData name="Masuda, Isamu (増田 勇)" userId="d3e5b3f7-6854-418d-836d-cdbffc4e55c6" providerId="ADAL" clId="{4A23A56D-FDDD-434E-B9CB-8DDFEF682DD0}" dt="2023-04-19T05:49:45.795" v="23005" actId="22"/>
          <ac:spMkLst>
            <pc:docMk/>
            <pc:sldMk cId="3416382551" sldId="141169136"/>
            <ac:spMk id="17" creationId="{6C96429A-E137-6E67-049F-C6F48C9A82E3}"/>
          </ac:spMkLst>
        </pc:spChg>
        <pc:spChg chg="mod">
          <ac:chgData name="Masuda, Isamu (増田 勇)" userId="d3e5b3f7-6854-418d-836d-cdbffc4e55c6" providerId="ADAL" clId="{4A23A56D-FDDD-434E-B9CB-8DDFEF682DD0}" dt="2023-04-18T07:16:29.093" v="7427"/>
          <ac:spMkLst>
            <pc:docMk/>
            <pc:sldMk cId="3416382551" sldId="141169136"/>
            <ac:spMk id="17" creationId="{DE5356DE-6A7D-78A3-74F4-68534865BACA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8" creationId="{B7E3A9DE-4E21-4E98-2EC9-49E5B63F8D99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9" creationId="{5BC525A4-3382-9A32-0C69-5C7FB019E2B5}"/>
          </ac:spMkLst>
        </pc:spChg>
        <pc:spChg chg="add del mod">
          <ac:chgData name="Masuda, Isamu (増田 勇)" userId="d3e5b3f7-6854-418d-836d-cdbffc4e55c6" providerId="ADAL" clId="{4A23A56D-FDDD-434E-B9CB-8DDFEF682DD0}" dt="2023-04-18T07:22:05.431" v="7908" actId="478"/>
          <ac:spMkLst>
            <pc:docMk/>
            <pc:sldMk cId="3416382551" sldId="141169136"/>
            <ac:spMk id="20" creationId="{187CAC9D-D72D-D831-98F2-465F4949C606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1" creationId="{48383118-0BF6-B201-CEB3-9110F0C62D2A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2" creationId="{DAF4A683-D76F-D9C1-6C9D-7611D9442B7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3" creationId="{279CE6F4-9206-AE89-09A3-28CA8DFCCF8C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24" creationId="{1D3682C4-A060-56AF-A317-78666790DD40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4" creationId="{6523462E-91C8-9DB7-6CC9-A6F05C430F8B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5" creationId="{60CE045B-64BE-D318-9189-7B7C0163A2A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5" creationId="{6B2DCD0B-307A-AEBB-BC85-440CD9DF6DD4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6" creationId="{8C599F18-D86F-9AD3-3110-A213B290034C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6" creationId="{A638AFBA-5A7E-9655-D79F-7DE9B6D8B8DB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8" creationId="{C5D03A07-B99C-15F2-E7F0-58149F3C75AA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9" creationId="{A783CAF2-0E67-9DFE-0589-930E79771732}"/>
          </ac:spMkLst>
        </pc:spChg>
        <pc:spChg chg="add mod">
          <ac:chgData name="Masuda, Isamu (増田 勇)" userId="d3e5b3f7-6854-418d-836d-cdbffc4e55c6" providerId="ADAL" clId="{4A23A56D-FDDD-434E-B9CB-8DDFEF682DD0}" dt="2023-04-19T04:55:23.879" v="21183" actId="20577"/>
          <ac:spMkLst>
            <pc:docMk/>
            <pc:sldMk cId="3416382551" sldId="141169136"/>
            <ac:spMk id="58" creationId="{DD4A95E6-5479-AF6E-684A-FA22781B8985}"/>
          </ac:spMkLst>
        </pc:spChg>
        <pc:spChg chg="add mod">
          <ac:chgData name="Masuda, Isamu (増田 勇)" userId="d3e5b3f7-6854-418d-836d-cdbffc4e55c6" providerId="ADAL" clId="{4A23A56D-FDDD-434E-B9CB-8DDFEF682DD0}" dt="2023-04-18T07:25:39.595" v="8096" actId="403"/>
          <ac:spMkLst>
            <pc:docMk/>
            <pc:sldMk cId="3416382551" sldId="141169136"/>
            <ac:spMk id="59" creationId="{511E1D88-584C-2163-539A-039091F6D6AD}"/>
          </ac:spMkLst>
        </pc:spChg>
        <pc:spChg chg="add del mod">
          <ac:chgData name="Masuda, Isamu (増田 勇)" userId="d3e5b3f7-6854-418d-836d-cdbffc4e55c6" providerId="ADAL" clId="{4A23A56D-FDDD-434E-B9CB-8DDFEF682DD0}" dt="2023-04-19T04:10:32.952" v="18345" actId="164"/>
          <ac:spMkLst>
            <pc:docMk/>
            <pc:sldMk cId="3416382551" sldId="141169136"/>
            <ac:spMk id="62" creationId="{7C229073-360F-3A8F-10CE-E493E6BEF8DC}"/>
          </ac:spMkLst>
        </pc:spChg>
        <pc:grpChg chg="add del mod">
          <ac:chgData name="Masuda, Isamu (増田 勇)" userId="d3e5b3f7-6854-418d-836d-cdbffc4e55c6" providerId="ADAL" clId="{4A23A56D-FDDD-434E-B9CB-8DDFEF682DD0}" dt="2023-04-19T04:55:13.725" v="21168" actId="478"/>
          <ac:grpSpMkLst>
            <pc:docMk/>
            <pc:sldMk cId="3416382551" sldId="141169136"/>
            <ac:grpSpMk id="13" creationId="{4492638E-E517-8291-8465-EF115695BEBC}"/>
          </ac:grpSpMkLst>
        </pc:grpChg>
        <pc:grpChg chg="add del mod">
          <ac:chgData name="Masuda, Isamu (増田 勇)" userId="d3e5b3f7-6854-418d-836d-cdbffc4e55c6" providerId="ADAL" clId="{4A23A56D-FDDD-434E-B9CB-8DDFEF682DD0}" dt="2023-04-18T07:15:09.233" v="7319" actId="165"/>
          <ac:grpSpMkLst>
            <pc:docMk/>
            <pc:sldMk cId="3416382551" sldId="141169136"/>
            <ac:grpSpMk id="14" creationId="{D6B8E1CE-7F15-64F3-FA4A-372C340728A6}"/>
          </ac:grpSpMkLst>
        </pc:grpChg>
        <pc:grpChg chg="add mod">
          <ac:chgData name="Masuda, Isamu (増田 勇)" userId="d3e5b3f7-6854-418d-836d-cdbffc4e55c6" providerId="ADAL" clId="{4A23A56D-FDDD-434E-B9CB-8DDFEF682DD0}" dt="2023-04-19T05:49:50.071" v="23006"/>
          <ac:grpSpMkLst>
            <pc:docMk/>
            <pc:sldMk cId="3416382551" sldId="141169136"/>
            <ac:grpSpMk id="20" creationId="{73800F52-9351-FCFA-1519-DF46DDFF7CA5}"/>
          </ac:grpSpMkLst>
        </pc:grpChg>
        <pc:grpChg chg="add mod">
          <ac:chgData name="Masuda, Isamu (増田 勇)" userId="d3e5b3f7-6854-418d-836d-cdbffc4e55c6" providerId="ADAL" clId="{4A23A56D-FDDD-434E-B9CB-8DDFEF682DD0}" dt="2023-04-18T07:25:18.206" v="8030" actId="14100"/>
          <ac:grpSpMkLst>
            <pc:docMk/>
            <pc:sldMk cId="3416382551" sldId="141169136"/>
            <ac:grpSpMk id="61" creationId="{3CD26FF8-47C4-0C43-CA4E-DBA398F44F34}"/>
          </ac:grpSpMkLst>
        </pc:grp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0" creationId="{A9A1DBA0-93EA-BA09-97C6-3072E9D72454}"/>
          </ac:graphicFrameMkLst>
        </pc:graphicFrame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27" creationId="{E1F92959-EB20-9AEB-E86F-24A06B127E73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2" creationId="{20D6E2F1-4DAC-CCC1-B229-AFBC22DF153B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3" creationId="{48848474-F003-9830-231E-8C21204C58C2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4" creationId="{1969A5B1-C08A-503F-87B0-B4337FB44C96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8" creationId="{B31E53FA-0251-7F71-07FE-8930BEC21222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0" creationId="{6B721007-EC79-B580-C0E5-4293BE52458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4" creationId="{2F0125A8-1ED1-F429-BE1F-7CAD8C006845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7" creationId="{BF883804-899D-7441-86D5-4E40AB5A181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0" creationId="{89EE813D-AAC9-51EB-A2D6-A5F972AEC6B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3" creationId="{7E94F4F7-4080-8EC9-18A6-B992B6634C0A}"/>
          </ac:cxnSpMkLst>
        </pc:cxnChg>
        <pc:cxnChg chg="add mod">
          <ac:chgData name="Masuda, Isamu (増田 勇)" userId="d3e5b3f7-6854-418d-836d-cdbffc4e55c6" providerId="ADAL" clId="{4A23A56D-FDDD-434E-B9CB-8DDFEF682DD0}" dt="2023-04-18T07:25:15.726" v="8029" actId="164"/>
          <ac:cxnSpMkLst>
            <pc:docMk/>
            <pc:sldMk cId="3416382551" sldId="141169136"/>
            <ac:cxnSpMk id="60" creationId="{8B5F03B3-85B0-B8AE-F5B9-CB708A8D1223}"/>
          </ac:cxnSpMkLst>
        </pc:cxnChg>
        <pc:cxnChg chg="add mod">
          <ac:chgData name="Masuda, Isamu (増田 勇)" userId="d3e5b3f7-6854-418d-836d-cdbffc4e55c6" providerId="ADAL" clId="{4A23A56D-FDDD-434E-B9CB-8DDFEF682DD0}" dt="2023-04-19T04:10:32.952" v="18345" actId="164"/>
          <ac:cxnSpMkLst>
            <pc:docMk/>
            <pc:sldMk cId="3416382551" sldId="141169136"/>
            <ac:cxnSpMk id="64" creationId="{879A78DB-A2F0-E05C-EAF0-735EFDCE0E9E}"/>
          </ac:cxnSpMkLst>
        </pc:cxnChg>
      </pc:sldChg>
      <pc:sldChg chg="addSp modSp new del mod">
        <pc:chgData name="Masuda, Isamu (増田 勇)" userId="d3e5b3f7-6854-418d-836d-cdbffc4e55c6" providerId="ADAL" clId="{4A23A56D-FDDD-434E-B9CB-8DDFEF682DD0}" dt="2023-04-19T04:25:17.107" v="19601" actId="47"/>
        <pc:sldMkLst>
          <pc:docMk/>
          <pc:sldMk cId="2592115521" sldId="141169137"/>
        </pc:sldMkLst>
        <pc:spChg chg="mod">
          <ac:chgData name="Masuda, Isamu (増田 勇)" userId="d3e5b3f7-6854-418d-836d-cdbffc4e55c6" providerId="ADAL" clId="{4A23A56D-FDDD-434E-B9CB-8DDFEF682DD0}" dt="2023-04-18T07:35:59.168" v="8479" actId="27636"/>
          <ac:spMkLst>
            <pc:docMk/>
            <pc:sldMk cId="2592115521" sldId="14116913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16:06.307" v="18630" actId="404"/>
          <ac:spMkLst>
            <pc:docMk/>
            <pc:sldMk cId="2592115521" sldId="141169137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4" creationId="{3D5175D4-2187-458E-86E4-D606B5DF41A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5" creationId="{40CFB4EA-01DF-7963-F68F-14452B338FF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7" creationId="{5731D80D-C237-8385-7BBE-ADA30F5277A8}"/>
          </ac:spMkLst>
        </pc:spChg>
      </pc:sldChg>
      <pc:sldChg chg="addSp delSp modSp new del mod or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3448485679" sldId="141169138"/>
        </pc:sldMkLst>
        <pc:spChg chg="mod">
          <ac:chgData name="Masuda, Isamu (増田 勇)" userId="d3e5b3f7-6854-418d-836d-cdbffc4e55c6" providerId="ADAL" clId="{4A23A56D-FDDD-434E-B9CB-8DDFEF682DD0}" dt="2023-04-18T08:24:47.591" v="10375" actId="20577"/>
          <ac:spMkLst>
            <pc:docMk/>
            <pc:sldMk cId="3448485679" sldId="141169138"/>
            <ac:spMk id="2" creationId="{470358D9-97E2-934D-ADA6-45105DCD6AA9}"/>
          </ac:spMkLst>
        </pc:spChg>
        <pc:spChg chg="mod">
          <ac:chgData name="Masuda, Isamu (増田 勇)" userId="d3e5b3f7-6854-418d-836d-cdbffc4e55c6" providerId="ADAL" clId="{4A23A56D-FDDD-434E-B9CB-8DDFEF682DD0}" dt="2023-04-18T08:26:14.874" v="10456" actId="14100"/>
          <ac:spMkLst>
            <pc:docMk/>
            <pc:sldMk cId="3448485679" sldId="141169138"/>
            <ac:spMk id="3" creationId="{0D601BEA-5BF5-2395-C154-2322F41B4A2E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4" creationId="{B11C2075-4A89-8F70-6769-E905109F8EC1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5" creationId="{270B496B-F07A-A1D7-CB14-4A93EC50565D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6" creationId="{217EFBD3-15DC-E97D-A03F-33B57FA0EDB2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7" creationId="{D48551C5-FC01-8DA3-D087-84B162BEDF30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8" creationId="{C6CD943A-A719-8DEF-CF5A-449E2D7FA042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1" creationId="{E7E08B7F-AAAD-6571-3764-21D14814A3D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4" creationId="{12CCB204-E632-0ECF-28D1-E981C5F1762C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6" creationId="{03E1D69D-190C-0460-B243-51B785EBBE8E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7" creationId="{6FCC229C-FF96-6D72-8CE7-51F7FA4CEB1B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8" creationId="{62DCCA04-8D2C-FB9E-C375-3F876876064F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9" creationId="{18AFCF19-3A52-E529-EA58-54BA29B16336}"/>
          </ac:spMkLst>
        </pc:spChg>
        <pc:grpChg chg="add mod topLvl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10" creationId="{2F9CB334-9E9D-30DE-79AF-619F63220D1A}"/>
          </ac:grpSpMkLst>
        </pc:grpChg>
        <pc:grpChg chg="add mod topLvl">
          <ac:chgData name="Masuda, Isamu (増田 勇)" userId="d3e5b3f7-6854-418d-836d-cdbffc4e55c6" providerId="ADAL" clId="{4A23A56D-FDDD-434E-B9CB-8DDFEF682DD0}" dt="2023-04-19T05:51:25.481" v="23047" actId="14100"/>
          <ac:grpSpMkLst>
            <pc:docMk/>
            <pc:sldMk cId="3448485679" sldId="141169138"/>
            <ac:grpSpMk id="13" creationId="{415F9B69-15A9-09B3-51E3-C1D11C2A50B4}"/>
          </ac:grpSpMkLst>
        </pc:grpChg>
        <pc:grpChg chg="add del mod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20" creationId="{556CF3B0-E648-C5A6-07E3-A9A2BDFCC997}"/>
          </ac:grpSpMkLst>
        </pc:grp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2" creationId="{3F981A68-55C3-026B-A192-12A2BA72A31A}"/>
          </ac:cxnSpMkLst>
        </pc:cxn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5" creationId="{AD08CCCB-9186-5A61-B998-280E13851BF8}"/>
          </ac:cxnSpMkLst>
        </pc:cxnChg>
      </pc:sldChg>
      <pc:sldChg chg="addSp delSp modSp new mod ord">
        <pc:chgData name="Masuda, Isamu (増田 勇)" userId="d3e5b3f7-6854-418d-836d-cdbffc4e55c6" providerId="ADAL" clId="{4A23A56D-FDDD-434E-B9CB-8DDFEF682DD0}" dt="2023-04-24T06:02:44.822" v="32634" actId="14100"/>
        <pc:sldMkLst>
          <pc:docMk/>
          <pc:sldMk cId="2362074625" sldId="141169139"/>
        </pc:sldMkLst>
        <pc:spChg chg="mod">
          <ac:chgData name="Masuda, Isamu (増田 勇)" userId="d3e5b3f7-6854-418d-836d-cdbffc4e55c6" providerId="ADAL" clId="{4A23A56D-FDDD-434E-B9CB-8DDFEF682DD0}" dt="2023-04-19T02:27:04.220" v="17878" actId="20577"/>
          <ac:spMkLst>
            <pc:docMk/>
            <pc:sldMk cId="2362074625" sldId="141169139"/>
            <ac:spMk id="2" creationId="{E1E1A52A-13A0-39FA-2283-B7E137DCACB5}"/>
          </ac:spMkLst>
        </pc:spChg>
        <pc:spChg chg="mod">
          <ac:chgData name="Masuda, Isamu (増田 勇)" userId="d3e5b3f7-6854-418d-836d-cdbffc4e55c6" providerId="ADAL" clId="{4A23A56D-FDDD-434E-B9CB-8DDFEF682DD0}" dt="2023-04-24T05:56:59.207" v="32617" actId="20577"/>
          <ac:spMkLst>
            <pc:docMk/>
            <pc:sldMk cId="2362074625" sldId="141169139"/>
            <ac:spMk id="3" creationId="{F7985A80-0855-FFD1-7566-3B5402DD3A24}"/>
          </ac:spMkLst>
        </pc:spChg>
        <pc:spChg chg="mod">
          <ac:chgData name="Masuda, Isamu (増田 勇)" userId="d3e5b3f7-6854-418d-836d-cdbffc4e55c6" providerId="ADAL" clId="{4A23A56D-FDDD-434E-B9CB-8DDFEF682DD0}" dt="2023-04-19T01:58:36.359" v="16457" actId="20577"/>
          <ac:spMkLst>
            <pc:docMk/>
            <pc:sldMk cId="2362074625" sldId="141169139"/>
            <ac:spMk id="6" creationId="{5EF83E8B-C2AC-0916-880B-727CF5E5AF86}"/>
          </ac:spMkLst>
        </pc:spChg>
        <pc:spChg chg="add mod">
          <ac:chgData name="Masuda, Isamu (増田 勇)" userId="d3e5b3f7-6854-418d-836d-cdbffc4e55c6" providerId="ADAL" clId="{4A23A56D-FDDD-434E-B9CB-8DDFEF682DD0}" dt="2023-04-24T06:02:44.822" v="32634" actId="14100"/>
          <ac:spMkLst>
            <pc:docMk/>
            <pc:sldMk cId="2362074625" sldId="141169139"/>
            <ac:spMk id="8" creationId="{58FE1BC8-AC6B-230F-A666-8F4973BDE0A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9" creationId="{D9546891-ED25-13F1-7E71-86E05C08E0A0}"/>
          </ac:spMkLst>
        </pc:spChg>
        <pc:spChg chg="add del mod">
          <ac:chgData name="Masuda, Isamu (増田 勇)" userId="d3e5b3f7-6854-418d-836d-cdbffc4e55c6" providerId="ADAL" clId="{4A23A56D-FDDD-434E-B9CB-8DDFEF682DD0}" dt="2023-04-19T05:11:59.821" v="21599" actId="478"/>
          <ac:spMkLst>
            <pc:docMk/>
            <pc:sldMk cId="2362074625" sldId="141169139"/>
            <ac:spMk id="10" creationId="{33C6B47A-0CF8-C9DE-4255-9FB73EAFA7F9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2" creationId="{75963344-9866-0880-AFCF-2AE8B84D7E76}"/>
          </ac:spMkLst>
        </pc:spChg>
        <pc:spChg chg="mod">
          <ac:chgData name="Masuda, Isamu (増田 勇)" userId="d3e5b3f7-6854-418d-836d-cdbffc4e55c6" providerId="ADAL" clId="{4A23A56D-FDDD-434E-B9CB-8DDFEF682DD0}" dt="2023-04-19T05:48:43.582" v="22985" actId="207"/>
          <ac:spMkLst>
            <pc:docMk/>
            <pc:sldMk cId="2362074625" sldId="141169139"/>
            <ac:spMk id="13" creationId="{F57B8902-7C72-BC4A-B10B-256DF906FC96}"/>
          </ac:spMkLst>
        </pc:spChg>
        <pc:spChg chg="mod">
          <ac:chgData name="Masuda, Isamu (増田 勇)" userId="d3e5b3f7-6854-418d-836d-cdbffc4e55c6" providerId="ADAL" clId="{4A23A56D-FDDD-434E-B9CB-8DDFEF682DD0}" dt="2023-04-19T05:48:47.562" v="22986" actId="207"/>
          <ac:spMkLst>
            <pc:docMk/>
            <pc:sldMk cId="2362074625" sldId="141169139"/>
            <ac:spMk id="14" creationId="{AF6A0D08-BE92-6A75-1B58-D181255D7E01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5" creationId="{A6024B70-78F0-653E-2B2D-608E3A8E1AC7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6" creationId="{2FE4EE29-F0BE-A039-81F7-249054C9478A}"/>
          </ac:spMkLst>
        </pc:spChg>
        <pc:spChg chg="add del mod">
          <ac:chgData name="Masuda, Isamu (増田 勇)" userId="d3e5b3f7-6854-418d-836d-cdbffc4e55c6" providerId="ADAL" clId="{4A23A56D-FDDD-434E-B9CB-8DDFEF682DD0}" dt="2023-04-19T06:11:54.220" v="23809" actId="478"/>
          <ac:spMkLst>
            <pc:docMk/>
            <pc:sldMk cId="2362074625" sldId="141169139"/>
            <ac:spMk id="17" creationId="{B0B3F894-7D46-BEF6-58B7-FDAF60AD1B5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18" creationId="{FB486E91-66F2-0BF2-D898-B15B26A4647D}"/>
          </ac:spMkLst>
        </pc:spChg>
        <pc:grpChg chg="add mod">
          <ac:chgData name="Masuda, Isamu (増田 勇)" userId="d3e5b3f7-6854-418d-836d-cdbffc4e55c6" providerId="ADAL" clId="{4A23A56D-FDDD-434E-B9CB-8DDFEF682DD0}" dt="2023-04-24T05:53:40.742" v="32422" actId="1076"/>
          <ac:grpSpMkLst>
            <pc:docMk/>
            <pc:sldMk cId="2362074625" sldId="141169139"/>
            <ac:grpSpMk id="5" creationId="{3AB593CB-BA16-19DB-6D74-7314CD7B1C59}"/>
          </ac:grpSpMkLst>
        </pc:grpChg>
        <pc:grpChg chg="add mod">
          <ac:chgData name="Masuda, Isamu (増田 勇)" userId="d3e5b3f7-6854-418d-836d-cdbffc4e55c6" providerId="ADAL" clId="{4A23A56D-FDDD-434E-B9CB-8DDFEF682DD0}" dt="2023-04-19T05:48:40.544" v="22984"/>
          <ac:grpSpMkLst>
            <pc:docMk/>
            <pc:sldMk cId="2362074625" sldId="141169139"/>
            <ac:grpSpMk id="11" creationId="{2853FEC8-73C9-1BA2-CC5D-5CDD04772278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5:53:38.005" v="32421" actId="1076"/>
          <ac:graphicFrameMkLst>
            <pc:docMk/>
            <pc:sldMk cId="2362074625" sldId="141169139"/>
            <ac:graphicFrameMk id="4" creationId="{2962ACDC-08EA-46D2-6EBF-9239964FD6F4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1:58:30.796" v="16435"/>
          <ac:cxnSpMkLst>
            <pc:docMk/>
            <pc:sldMk cId="2362074625" sldId="141169139"/>
            <ac:cxnSpMk id="7" creationId="{2720D014-7903-B2FA-F0A7-C1A332DAFD6D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24T01:46:04.640" v="30966" actId="20577"/>
        <pc:sldMkLst>
          <pc:docMk/>
          <pc:sldMk cId="3306799584" sldId="141169140"/>
        </pc:sldMkLst>
        <pc:spChg chg="mod">
          <ac:chgData name="Masuda, Isamu (増田 勇)" userId="d3e5b3f7-6854-418d-836d-cdbffc4e55c6" providerId="ADAL" clId="{4A23A56D-FDDD-434E-B9CB-8DDFEF682DD0}" dt="2023-04-19T05:07:39.820" v="21581" actId="20577"/>
          <ac:spMkLst>
            <pc:docMk/>
            <pc:sldMk cId="3306799584" sldId="141169140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38:22.375" v="20503" actId="20577"/>
          <ac:spMkLst>
            <pc:docMk/>
            <pc:sldMk cId="3306799584" sldId="141169140"/>
            <ac:spMk id="3" creationId="{73E8DDFD-D246-0664-BA8B-3C8633CDE991}"/>
          </ac:spMkLst>
        </pc:spChg>
        <pc:spChg chg="del mod">
          <ac:chgData name="Masuda, Isamu (増田 勇)" userId="d3e5b3f7-6854-418d-836d-cdbffc4e55c6" providerId="ADAL" clId="{4A23A56D-FDDD-434E-B9CB-8DDFEF682DD0}" dt="2023-04-19T04:41:30.942" v="20666" actId="478"/>
          <ac:spMkLst>
            <pc:docMk/>
            <pc:sldMk cId="3306799584" sldId="141169140"/>
            <ac:spMk id="4" creationId="{3D5175D4-2187-458E-86E4-D606B5DF41A1}"/>
          </ac:spMkLst>
        </pc:spChg>
        <pc:spChg chg="mod">
          <ac:chgData name="Masuda, Isamu (増田 勇)" userId="d3e5b3f7-6854-418d-836d-cdbffc4e55c6" providerId="ADAL" clId="{4A23A56D-FDDD-434E-B9CB-8DDFEF682DD0}" dt="2023-04-19T04:46:45.966" v="20897" actId="20577"/>
          <ac:spMkLst>
            <pc:docMk/>
            <pc:sldMk cId="3306799584" sldId="14116914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19T04:45:14.898" v="20793" actId="113"/>
          <ac:spMkLst>
            <pc:docMk/>
            <pc:sldMk cId="3306799584" sldId="141169140"/>
            <ac:spMk id="6" creationId="{47FB6791-3A9B-C3F1-A3EA-CF8476D273B7}"/>
          </ac:spMkLst>
        </pc:spChg>
        <pc:spChg chg="mod">
          <ac:chgData name="Masuda, Isamu (増田 勇)" userId="d3e5b3f7-6854-418d-836d-cdbffc4e55c6" providerId="ADAL" clId="{4A23A56D-FDDD-434E-B9CB-8DDFEF682DD0}" dt="2023-04-19T04:42:12.907" v="20689" actId="1076"/>
          <ac:spMkLst>
            <pc:docMk/>
            <pc:sldMk cId="3306799584" sldId="14116914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19T04:41:47.969" v="20676" actId="404"/>
          <ac:spMkLst>
            <pc:docMk/>
            <pc:sldMk cId="3306799584" sldId="141169140"/>
            <ac:spMk id="11" creationId="{EB2C36ED-B660-8946-0641-6F71B66E1706}"/>
          </ac:spMkLst>
        </pc:spChg>
        <pc:spChg chg="add del mod">
          <ac:chgData name="Masuda, Isamu (増田 勇)" userId="d3e5b3f7-6854-418d-836d-cdbffc4e55c6" providerId="ADAL" clId="{4A23A56D-FDDD-434E-B9CB-8DDFEF682DD0}" dt="2023-04-19T04:43:25.603" v="20719" actId="478"/>
          <ac:spMkLst>
            <pc:docMk/>
            <pc:sldMk cId="3306799584" sldId="141169140"/>
            <ac:spMk id="13" creationId="{8BBACB23-3F0C-32FD-B13E-E4A31A6C0D0E}"/>
          </ac:spMkLst>
        </pc:spChg>
        <pc:spChg chg="add del mod">
          <ac:chgData name="Masuda, Isamu (増田 勇)" userId="d3e5b3f7-6854-418d-836d-cdbffc4e55c6" providerId="ADAL" clId="{4A23A56D-FDDD-434E-B9CB-8DDFEF682DD0}" dt="2023-04-19T04:43:22.917" v="20718" actId="478"/>
          <ac:spMkLst>
            <pc:docMk/>
            <pc:sldMk cId="3306799584" sldId="141169140"/>
            <ac:spMk id="14" creationId="{201D49D5-DB8D-B782-4DB4-BCF7F9D9E095}"/>
          </ac:spMkLst>
        </pc:spChg>
        <pc:spChg chg="add del mod topLvl">
          <ac:chgData name="Masuda, Isamu (増田 勇)" userId="d3e5b3f7-6854-418d-836d-cdbffc4e55c6" providerId="ADAL" clId="{4A23A56D-FDDD-434E-B9CB-8DDFEF682DD0}" dt="2023-04-19T04:47:07.110" v="20900" actId="14100"/>
          <ac:spMkLst>
            <pc:docMk/>
            <pc:sldMk cId="3306799584" sldId="141169140"/>
            <ac:spMk id="16" creationId="{72CC8F46-E290-0780-1D5A-4CC23F24315F}"/>
          </ac:spMkLst>
        </pc:spChg>
        <pc:spChg chg="add mod">
          <ac:chgData name="Masuda, Isamu (増田 勇)" userId="d3e5b3f7-6854-418d-836d-cdbffc4e55c6" providerId="ADAL" clId="{4A23A56D-FDDD-434E-B9CB-8DDFEF682DD0}" dt="2023-04-19T04:48:09.422" v="20969" actId="14100"/>
          <ac:spMkLst>
            <pc:docMk/>
            <pc:sldMk cId="3306799584" sldId="141169140"/>
            <ac:spMk id="18" creationId="{CE5FA300-0FB0-3FFF-140D-8ECB2BA4F04D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0" creationId="{5B82F112-7AC9-277B-2803-7B871FE717E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1" creationId="{289CCF76-B924-2A44-1307-2626432A4D46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2" creationId="{079FE5FB-C765-DC56-49E8-CB3D41A1FE70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3" creationId="{973F109A-BE38-057C-C1AA-D5E11601140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4" creationId="{40A845FD-9FF5-A8D3-4F60-BB2FB49D2274}"/>
          </ac:spMkLst>
        </pc:spChg>
        <pc:grpChg chg="add mod">
          <ac:chgData name="Masuda, Isamu (増田 勇)" userId="d3e5b3f7-6854-418d-836d-cdbffc4e55c6" providerId="ADAL" clId="{4A23A56D-FDDD-434E-B9CB-8DDFEF682DD0}" dt="2023-04-19T04:42:27.225" v="20691" actId="1076"/>
          <ac:grpSpMkLst>
            <pc:docMk/>
            <pc:sldMk cId="3306799584" sldId="141169140"/>
            <ac:grpSpMk id="10" creationId="{DDC72582-134E-D2F5-44AC-D65F0D04AAB9}"/>
          </ac:grpSpMkLst>
        </pc:grpChg>
        <pc:grpChg chg="add del mod">
          <ac:chgData name="Masuda, Isamu (増田 勇)" userId="d3e5b3f7-6854-418d-836d-cdbffc4e55c6" providerId="ADAL" clId="{4A23A56D-FDDD-434E-B9CB-8DDFEF682DD0}" dt="2023-04-19T04:44:08.925" v="20739" actId="478"/>
          <ac:grpSpMkLst>
            <pc:docMk/>
            <pc:sldMk cId="3306799584" sldId="141169140"/>
            <ac:grpSpMk id="15" creationId="{98FAF4CA-BC7A-C80A-6DB7-56FD8600828E}"/>
          </ac:grpSpMkLst>
        </pc:grpChg>
        <pc:grpChg chg="add mod">
          <ac:chgData name="Masuda, Isamu (増田 勇)" userId="d3e5b3f7-6854-418d-836d-cdbffc4e55c6" providerId="ADAL" clId="{4A23A56D-FDDD-434E-B9CB-8DDFEF682DD0}" dt="2023-04-19T05:49:51.178" v="23007"/>
          <ac:grpSpMkLst>
            <pc:docMk/>
            <pc:sldMk cId="3306799584" sldId="141169140"/>
            <ac:grpSpMk id="19" creationId="{FF313101-8CB8-07E6-4233-E41A5BA3D2D1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4:45:24.745" v="20795" actId="1076"/>
          <ac:graphicFrameMkLst>
            <pc:docMk/>
            <pc:sldMk cId="3306799584" sldId="141169140"/>
            <ac:graphicFrameMk id="8" creationId="{F465E34B-9F9D-4313-E692-01DBE4513648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24T01:46:04.640" v="30966" actId="20577"/>
          <ac:graphicFrameMkLst>
            <pc:docMk/>
            <pc:sldMk cId="3306799584" sldId="141169140"/>
            <ac:graphicFrameMk id="9" creationId="{A964A782-DC68-43C6-2537-B01ACF6CD687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4:41:35.404" v="20667"/>
          <ac:cxnSpMkLst>
            <pc:docMk/>
            <pc:sldMk cId="3306799584" sldId="141169140"/>
            <ac:cxnSpMk id="12" creationId="{46A943BE-0F8B-C3F2-9A09-3A10F6E7E062}"/>
          </ac:cxnSpMkLst>
        </pc:cxnChg>
        <pc:cxnChg chg="del mod topLvl">
          <ac:chgData name="Masuda, Isamu (増田 勇)" userId="d3e5b3f7-6854-418d-836d-cdbffc4e55c6" providerId="ADAL" clId="{4A23A56D-FDDD-434E-B9CB-8DDFEF682DD0}" dt="2023-04-19T04:44:08.925" v="20739" actId="478"/>
          <ac:cxnSpMkLst>
            <pc:docMk/>
            <pc:sldMk cId="3306799584" sldId="141169140"/>
            <ac:cxnSpMk id="17" creationId="{AB0388C0-C790-4242-89D2-16B42D85464E}"/>
          </ac:cxnSpMkLst>
        </pc:cxnChg>
      </pc:sldChg>
      <pc:sldChg chg="addSp delSp modSp add mod ord">
        <pc:chgData name="Masuda, Isamu (増田 勇)" userId="d3e5b3f7-6854-418d-836d-cdbffc4e55c6" providerId="ADAL" clId="{4A23A56D-FDDD-434E-B9CB-8DDFEF682DD0}" dt="2023-04-27T00:44:00.510" v="32798" actId="20577"/>
        <pc:sldMkLst>
          <pc:docMk/>
          <pc:sldMk cId="2173813829" sldId="141169141"/>
        </pc:sldMkLst>
        <pc:spChg chg="mod">
          <ac:chgData name="Masuda, Isamu (増田 勇)" userId="d3e5b3f7-6854-418d-836d-cdbffc4e55c6" providerId="ADAL" clId="{4A23A56D-FDDD-434E-B9CB-8DDFEF682DD0}" dt="2023-04-19T05:54:23.889" v="23164" actId="20577"/>
          <ac:spMkLst>
            <pc:docMk/>
            <pc:sldMk cId="2173813829" sldId="141169141"/>
            <ac:spMk id="2" creationId="{AF07EE37-5B37-7156-1760-867E31FBCD7E}"/>
          </ac:spMkLst>
        </pc:spChg>
        <pc:spChg chg="add del mod">
          <ac:chgData name="Masuda, Isamu (増田 勇)" userId="d3e5b3f7-6854-418d-836d-cdbffc4e55c6" providerId="ADAL" clId="{4A23A56D-FDDD-434E-B9CB-8DDFEF682DD0}" dt="2023-04-24T05:45:50.687" v="32331" actId="20577"/>
          <ac:spMkLst>
            <pc:docMk/>
            <pc:sldMk cId="2173813829" sldId="14116914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7T00:44:00.510" v="32798" actId="20577"/>
          <ac:spMkLst>
            <pc:docMk/>
            <pc:sldMk cId="2173813829" sldId="141169141"/>
            <ac:spMk id="4" creationId="{34B59008-C997-9A40-44BF-B181ACD82AED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4" creationId="{3D5175D4-2187-458E-86E4-D606B5DF41A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5" creationId="{40CFB4EA-01DF-7963-F68F-14452B338FF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27T00:43:13.583" v="32679" actId="1076"/>
          <ac:spMkLst>
            <pc:docMk/>
            <pc:sldMk cId="2173813829" sldId="141169141"/>
            <ac:spMk id="6" creationId="{66C5C38F-7417-96AC-2DB0-C671F6A36944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7" creationId="{5731D80D-C237-8385-7BBE-ADA30F5277A8}"/>
          </ac:spMkLst>
        </pc:spChg>
        <pc:spChg chg="add del mod">
          <ac:chgData name="Masuda, Isamu (増田 勇)" userId="d3e5b3f7-6854-418d-836d-cdbffc4e55c6" providerId="ADAL" clId="{4A23A56D-FDDD-434E-B9CB-8DDFEF682DD0}" dt="2023-04-19T05:54:10.620" v="23138" actId="478"/>
          <ac:spMkLst>
            <pc:docMk/>
            <pc:sldMk cId="2173813829" sldId="141169141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5:00:59.841" v="21325" actId="20577"/>
          <ac:spMkLst>
            <pc:docMk/>
            <pc:sldMk cId="2173813829" sldId="141169141"/>
            <ac:spMk id="10" creationId="{9CAA8B69-9A9C-C500-1F84-96E54AA5829D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3" creationId="{F1289C1B-D657-A4B4-0FEB-F820D8CF40BF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4" creationId="{F347BCE9-0FAF-7FD6-E84C-507562525A07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5" creationId="{405D08B6-DB77-D55D-E6DE-75C87671A3A8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6" creationId="{D5CE7CC1-180D-D509-EC99-04AD899F4D71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7" creationId="{A6D159E9-DC91-6A6C-B1B6-B80D95591AD8}"/>
          </ac:spMkLst>
        </pc:spChg>
        <pc:spChg chg="add del mod">
          <ac:chgData name="Masuda, Isamu (増田 勇)" userId="d3e5b3f7-6854-418d-836d-cdbffc4e55c6" providerId="ADAL" clId="{4A23A56D-FDDD-434E-B9CB-8DDFEF682DD0}" dt="2023-04-24T05:45:09.372" v="32259" actId="478"/>
          <ac:spMkLst>
            <pc:docMk/>
            <pc:sldMk cId="2173813829" sldId="141169141"/>
            <ac:spMk id="18" creationId="{FC2591F8-8DCD-E823-1EFE-6C54A120CA52}"/>
          </ac:spMkLst>
        </pc:spChg>
        <pc:grpChg chg="add del mod">
          <ac:chgData name="Masuda, Isamu (増田 勇)" userId="d3e5b3f7-6854-418d-836d-cdbffc4e55c6" providerId="ADAL" clId="{4A23A56D-FDDD-434E-B9CB-8DDFEF682DD0}" dt="2023-04-19T05:55:23.118" v="23320" actId="478"/>
          <ac:grpSpMkLst>
            <pc:docMk/>
            <pc:sldMk cId="2173813829" sldId="141169141"/>
            <ac:grpSpMk id="9" creationId="{BA6CC057-D334-9DCD-B5B0-2973343BCAE3}"/>
          </ac:grpSpMkLst>
        </pc:grpChg>
        <pc:grpChg chg="add mod">
          <ac:chgData name="Masuda, Isamu (増田 勇)" userId="d3e5b3f7-6854-418d-836d-cdbffc4e55c6" providerId="ADAL" clId="{4A23A56D-FDDD-434E-B9CB-8DDFEF682DD0}" dt="2023-04-19T05:49:53.082" v="23008"/>
          <ac:grpSpMkLst>
            <pc:docMk/>
            <pc:sldMk cId="2173813829" sldId="141169141"/>
            <ac:grpSpMk id="12" creationId="{36B5CBC3-36E1-B97A-7AF0-67E94805C2EA}"/>
          </ac:grpSpMkLst>
        </pc:grpChg>
        <pc:picChg chg="add del mod">
          <ac:chgData name="Masuda, Isamu (増田 勇)" userId="d3e5b3f7-6854-418d-836d-cdbffc4e55c6" providerId="ADAL" clId="{4A23A56D-FDDD-434E-B9CB-8DDFEF682DD0}" dt="2023-04-24T05:45:12.367" v="32261" actId="478"/>
          <ac:picMkLst>
            <pc:docMk/>
            <pc:sldMk cId="2173813829" sldId="141169141"/>
            <ac:picMk id="4" creationId="{C3B5D09E-2E24-4988-A112-7834F97E2756}"/>
          </ac:picMkLst>
        </pc:picChg>
        <pc:picChg chg="add mod">
          <ac:chgData name="Masuda, Isamu (増田 勇)" userId="d3e5b3f7-6854-418d-836d-cdbffc4e55c6" providerId="ADAL" clId="{4A23A56D-FDDD-434E-B9CB-8DDFEF682DD0}" dt="2023-04-24T05:46:12.147" v="32345" actId="1076"/>
          <ac:picMkLst>
            <pc:docMk/>
            <pc:sldMk cId="2173813829" sldId="141169141"/>
            <ac:picMk id="5" creationId="{DD620A3C-A36C-4B98-9DEA-250C1094C2E6}"/>
          </ac:picMkLst>
        </pc:picChg>
        <pc:cxnChg chg="mod">
          <ac:chgData name="Masuda, Isamu (増田 勇)" userId="d3e5b3f7-6854-418d-836d-cdbffc4e55c6" providerId="ADAL" clId="{4A23A56D-FDDD-434E-B9CB-8DDFEF682DD0}" dt="2023-04-19T05:00:47.796" v="21292"/>
          <ac:cxnSpMkLst>
            <pc:docMk/>
            <pc:sldMk cId="2173813829" sldId="141169141"/>
            <ac:cxnSpMk id="11" creationId="{A748AAE8-8223-5D38-AE3D-5C9706F41FD3}"/>
          </ac:cxnSpMkLst>
        </pc:cxnChg>
      </pc:sldChg>
      <pc:sldChg chg="new 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87390840" sldId="141169142"/>
        </pc:sldMkLst>
      </pc:sldChg>
      <pc:sldChg chg="addSp delSp modSp add mod">
        <pc:chgData name="Masuda, Isamu (増田 勇)" userId="d3e5b3f7-6854-418d-836d-cdbffc4e55c6" providerId="ADAL" clId="{4A23A56D-FDDD-434E-B9CB-8DDFEF682DD0}" dt="2023-04-24T02:20:24.479" v="32042" actId="208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4A23A56D-FDDD-434E-B9CB-8DDFEF682DD0}" dt="2023-04-24T02:07:45.423" v="31995" actId="20577"/>
          <ac:spMkLst>
            <pc:docMk/>
            <pc:sldMk cId="1840469262" sldId="141169143"/>
            <ac:spMk id="3" creationId="{CB6B0373-BDE1-5BA2-8438-C9B07D85EA7A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4" creationId="{5FC0FFB7-338F-A43A-EA25-7F3CC2A5118E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5" creationId="{B44BF696-EE1F-5BDF-B952-352098AF496C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6" creationId="{2745208B-55A9-BA15-09E5-9D2351C16556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7" creationId="{E9B9DD1F-91A0-9E0A-235C-A29AB098907F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8" creationId="{E6C2193C-4F0C-EE73-F63B-9EF8A08D2776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0" creationId="{E01DB6A9-7B57-83DE-AD76-0B16CADD2E09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1" creationId="{EAC4B398-E0AA-B516-218F-EFEC349ECAFB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12" creationId="{2D52A843-68F0-C78A-4965-B9E4CC1607D8}"/>
          </ac:spMkLst>
        </pc:spChg>
        <pc:spChg chg="add mod">
          <ac:chgData name="Masuda, Isamu (増田 勇)" userId="d3e5b3f7-6854-418d-836d-cdbffc4e55c6" providerId="ADAL" clId="{4A23A56D-FDDD-434E-B9CB-8DDFEF682DD0}" dt="2023-04-19T05:32:37.966" v="22234" actId="571"/>
          <ac:spMkLst>
            <pc:docMk/>
            <pc:sldMk cId="1840469262" sldId="141169143"/>
            <ac:spMk id="13" creationId="{0A895F2C-2848-9EB5-2D8D-81BE32720BF3}"/>
          </ac:spMkLst>
        </pc:spChg>
        <pc:spChg chg="add del mod">
          <ac:chgData name="Masuda, Isamu (増田 勇)" userId="d3e5b3f7-6854-418d-836d-cdbffc4e55c6" providerId="ADAL" clId="{4A23A56D-FDDD-434E-B9CB-8DDFEF682DD0}" dt="2023-04-19T05:33:04.980" v="22240" actId="478"/>
          <ac:spMkLst>
            <pc:docMk/>
            <pc:sldMk cId="1840469262" sldId="141169143"/>
            <ac:spMk id="14" creationId="{1AE0C331-8481-7271-2574-1D97D6A2141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6" creationId="{A216CCE0-EB5C-5BB5-4779-38F462F5269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9" creationId="{7C956032-57C0-E14D-06B9-CA18DB4CC5A5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1" creationId="{134FF5C2-1B2F-9C4E-B3BD-6A7296BFB9F0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2" creationId="{3E3833FB-7E3E-7722-0BE0-A75C29F04EFF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3" creationId="{AE9B8520-248E-BB87-57B7-BD478481C4A7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4" creationId="{5690146E-4430-74E0-614A-19E012B47E9B}"/>
          </ac:spMkLst>
        </pc:spChg>
        <pc:grpChg chg="del mod">
          <ac:chgData name="Masuda, Isamu (増田 勇)" userId="d3e5b3f7-6854-418d-836d-cdbffc4e55c6" providerId="ADAL" clId="{4A23A56D-FDDD-434E-B9CB-8DDFEF682DD0}" dt="2023-04-19T05:33:06.328" v="22241" actId="165"/>
          <ac:grpSpMkLst>
            <pc:docMk/>
            <pc:sldMk cId="1840469262" sldId="141169143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24T02:04:50.473" v="31844" actId="14100"/>
          <ac:grpSpMkLst>
            <pc:docMk/>
            <pc:sldMk cId="1840469262" sldId="141169143"/>
            <ac:grpSpMk id="9" creationId="{73369D28-94D0-42A3-72DE-709A818052C3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5" creationId="{79813292-F7E0-880E-F4C5-D2457CFA1B88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8" creationId="{6A103F20-D4DD-CA1C-8185-2CDED182C1DA}"/>
          </ac:grpSpMkLst>
        </pc:grpChg>
        <pc:grpChg chg="add del mod">
          <ac:chgData name="Masuda, Isamu (増田 勇)" userId="d3e5b3f7-6854-418d-836d-cdbffc4e55c6" providerId="ADAL" clId="{4A23A56D-FDDD-434E-B9CB-8DDFEF682DD0}" dt="2023-04-19T05:41:21.670" v="22805" actId="165"/>
          <ac:grpSpMkLst>
            <pc:docMk/>
            <pc:sldMk cId="1840469262" sldId="141169143"/>
            <ac:grpSpMk id="25" creationId="{118B6BBB-2EAE-33BB-20B5-5C5C361773E2}"/>
          </ac:grpSpMkLst>
        </pc:grpChg>
        <pc:picChg chg="add del mod">
          <ac:chgData name="Masuda, Isamu (増田 勇)" userId="d3e5b3f7-6854-418d-836d-cdbffc4e55c6" providerId="ADAL" clId="{4A23A56D-FDDD-434E-B9CB-8DDFEF682DD0}" dt="2023-04-24T02:06:57.933" v="31988" actId="478"/>
          <ac:picMkLst>
            <pc:docMk/>
            <pc:sldMk cId="1840469262" sldId="141169143"/>
            <ac:picMk id="11" creationId="{3DF0E7F9-85BB-D003-9006-86A14E1646A4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14" creationId="{D73B960A-B3DB-8EBF-8A09-0B50CDDBE14B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6" creationId="{192D775D-B4BD-AFD4-1C17-5FC65E948730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7" creationId="{C1C09AF4-F614-6CD5-671C-001EA2F6AD5A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28" creationId="{75666905-56CD-0B18-ED6C-BE992415ADB7}"/>
          </ac:picMkLst>
        </pc:pic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17" creationId="{836535C6-0AEE-19EE-D53C-54BA324FACC1}"/>
          </ac:cxnSpMkLst>
        </pc:cxn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20" creationId="{0E5827BF-BB3C-FDEE-EE12-2B294F7EDBE0}"/>
          </ac:cxnSpMkLst>
        </pc:cxnChg>
      </pc:sldChg>
      <pc:sldChg chg="addSp modSp add del mo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2466874664" sldId="141169144"/>
        </pc:sldMkLst>
        <pc:spChg chg="mod">
          <ac:chgData name="Masuda, Isamu (増田 勇)" userId="d3e5b3f7-6854-418d-836d-cdbffc4e55c6" providerId="ADAL" clId="{4A23A56D-FDDD-434E-B9CB-8DDFEF682DD0}" dt="2023-04-19T05:51:51.703" v="23055"/>
          <ac:spMkLst>
            <pc:docMk/>
            <pc:sldMk cId="2466874664" sldId="141169144"/>
            <ac:spMk id="3" creationId="{0D601BEA-5BF5-2395-C154-2322F41B4A2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6" creationId="{03E1D69D-190C-0460-B243-51B785EBBE8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7" creationId="{6FCC229C-FF96-6D72-8CE7-51F7FA4CEB1B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8" creationId="{62DCCA04-8D2C-FB9E-C375-3F876876064F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9" creationId="{18AFCF19-3A52-E529-EA58-54BA29B16336}"/>
          </ac:spMkLst>
        </pc:spChg>
        <pc:spChg chg="add 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0" creationId="{85F66AEC-6463-7A0E-8FA4-32A4C36B9C53}"/>
          </ac:spMkLst>
        </pc:spChg>
        <pc:spChg chg="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2" creationId="{BAE855DD-1DE0-88A6-88D1-F51DB8D9D4B1}"/>
          </ac:spMkLst>
        </pc:spChg>
        <pc:spChg chg="mod">
          <ac:chgData name="Masuda, Isamu (増田 勇)" userId="d3e5b3f7-6854-418d-836d-cdbffc4e55c6" providerId="ADAL" clId="{4A23A56D-FDDD-434E-B9CB-8DDFEF682DD0}" dt="2023-04-19T05:52:20.077" v="23074" actId="20577"/>
          <ac:spMkLst>
            <pc:docMk/>
            <pc:sldMk cId="2466874664" sldId="141169144"/>
            <ac:spMk id="25" creationId="{52B8A259-18C1-3542-99DE-0C28F25989F4}"/>
          </ac:spMkLst>
        </pc:spChg>
        <pc:spChg chg="mod">
          <ac:chgData name="Masuda, Isamu (増田 勇)" userId="d3e5b3f7-6854-418d-836d-cdbffc4e55c6" providerId="ADAL" clId="{4A23A56D-FDDD-434E-B9CB-8DDFEF682DD0}" dt="2023-04-19T05:53:04.201" v="23110" actId="20577"/>
          <ac:spMkLst>
            <pc:docMk/>
            <pc:sldMk cId="2466874664" sldId="141169144"/>
            <ac:spMk id="28" creationId="{E6D8B425-C4EB-AD19-DC2B-0244C9B4E536}"/>
          </ac:spMkLst>
        </pc:spChg>
        <pc:spChg chg="mod">
          <ac:chgData name="Masuda, Isamu (増田 勇)" userId="d3e5b3f7-6854-418d-836d-cdbffc4e55c6" providerId="ADAL" clId="{4A23A56D-FDDD-434E-B9CB-8DDFEF682DD0}" dt="2023-04-19T05:53:11.175" v="23120" actId="20577"/>
          <ac:spMkLst>
            <pc:docMk/>
            <pc:sldMk cId="2466874664" sldId="141169144"/>
            <ac:spMk id="31" creationId="{06646BF2-0C66-F15B-6AC9-E3B009682BAD}"/>
          </ac:spMkLst>
        </pc:spChg>
        <pc:spChg chg="mod">
          <ac:chgData name="Masuda, Isamu (増田 勇)" userId="d3e5b3f7-6854-418d-836d-cdbffc4e55c6" providerId="ADAL" clId="{4A23A56D-FDDD-434E-B9CB-8DDFEF682DD0}" dt="2023-04-19T05:53:17.926" v="23136" actId="20577"/>
          <ac:spMkLst>
            <pc:docMk/>
            <pc:sldMk cId="2466874664" sldId="141169144"/>
            <ac:spMk id="34" creationId="{55BE667F-5F72-F23A-E7AD-637D09238547}"/>
          </ac:spMkLst>
        </pc:spChg>
        <pc:grpChg chg="add mod">
          <ac:chgData name="Masuda, Isamu (増田 勇)" userId="d3e5b3f7-6854-418d-836d-cdbffc4e55c6" providerId="ADAL" clId="{4A23A56D-FDDD-434E-B9CB-8DDFEF682DD0}" dt="2023-04-19T05:51:58.675" v="23057" actId="571"/>
          <ac:grpSpMkLst>
            <pc:docMk/>
            <pc:sldMk cId="2466874664" sldId="141169144"/>
            <ac:grpSpMk id="21" creationId="{97AE7B3D-2623-88FC-D6CF-767E91BD13FE}"/>
          </ac:grpSpMkLst>
        </pc:grpChg>
        <pc:grpChg chg="add mod">
          <ac:chgData name="Masuda, Isamu (増田 勇)" userId="d3e5b3f7-6854-418d-836d-cdbffc4e55c6" providerId="ADAL" clId="{4A23A56D-FDDD-434E-B9CB-8DDFEF682DD0}" dt="2023-04-19T05:52:11.635" v="23062" actId="14100"/>
          <ac:grpSpMkLst>
            <pc:docMk/>
            <pc:sldMk cId="2466874664" sldId="141169144"/>
            <ac:grpSpMk id="24" creationId="{EBB969EB-BB40-90D7-F686-304BFA372ED0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27" creationId="{E9373A42-5BF6-A571-1512-224C79261C5C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0" creationId="{0A1422BD-BBE4-D0F7-7751-9FA53CA9CC0F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3" creationId="{74B8022D-063F-E0D9-7A08-A79E04B09AB8}"/>
          </ac:grpSpMkLst>
        </pc:grpChg>
        <pc:grpChg chg="add mod">
          <ac:chgData name="Masuda, Isamu (増田 勇)" userId="d3e5b3f7-6854-418d-836d-cdbffc4e55c6" providerId="ADAL" clId="{4A23A56D-FDDD-434E-B9CB-8DDFEF682DD0}" dt="2023-04-19T05:52:47.964" v="23080" actId="14100"/>
          <ac:grpSpMkLst>
            <pc:docMk/>
            <pc:sldMk cId="2466874664" sldId="141169144"/>
            <ac:grpSpMk id="36" creationId="{7503B9EE-FC5C-6E1B-9C0F-50B450476DD7}"/>
          </ac:grpSpMkLst>
        </pc:grpChg>
        <pc:cxnChg chg="mod">
          <ac:chgData name="Masuda, Isamu (増田 勇)" userId="d3e5b3f7-6854-418d-836d-cdbffc4e55c6" providerId="ADAL" clId="{4A23A56D-FDDD-434E-B9CB-8DDFEF682DD0}" dt="2023-04-19T05:51:58.675" v="23057" actId="571"/>
          <ac:cxnSpMkLst>
            <pc:docMk/>
            <pc:sldMk cId="2466874664" sldId="141169144"/>
            <ac:cxnSpMk id="23" creationId="{CE153EEF-FC7F-F1AA-6870-C0B1C8A14DF3}"/>
          </ac:cxnSpMkLst>
        </pc:cxnChg>
        <pc:cxnChg chg="mod">
          <ac:chgData name="Masuda, Isamu (増田 勇)" userId="d3e5b3f7-6854-418d-836d-cdbffc4e55c6" providerId="ADAL" clId="{4A23A56D-FDDD-434E-B9CB-8DDFEF682DD0}" dt="2023-04-19T05:52:00.842" v="23058" actId="571"/>
          <ac:cxnSpMkLst>
            <pc:docMk/>
            <pc:sldMk cId="2466874664" sldId="141169144"/>
            <ac:cxnSpMk id="26" creationId="{4C68EDF4-318E-291C-4CD9-CA52CCAAEFBF}"/>
          </ac:cxnSpMkLst>
        </pc:cxnChg>
        <pc:cxnChg chg="mod">
          <ac:chgData name="Masuda, Isamu (増田 勇)" userId="d3e5b3f7-6854-418d-836d-cdbffc4e55c6" providerId="ADAL" clId="{4A23A56D-FDDD-434E-B9CB-8DDFEF682DD0}" dt="2023-04-19T05:52:28.403" v="23075" actId="571"/>
          <ac:cxnSpMkLst>
            <pc:docMk/>
            <pc:sldMk cId="2466874664" sldId="141169144"/>
            <ac:cxnSpMk id="29" creationId="{DA9BAAAC-32CF-4DA7-CED7-8AA7F9B52822}"/>
          </ac:cxnSpMkLst>
        </pc:cxnChg>
        <pc:cxnChg chg="mod">
          <ac:chgData name="Masuda, Isamu (増田 勇)" userId="d3e5b3f7-6854-418d-836d-cdbffc4e55c6" providerId="ADAL" clId="{4A23A56D-FDDD-434E-B9CB-8DDFEF682DD0}" dt="2023-04-19T05:52:36.526" v="23077" actId="571"/>
          <ac:cxnSpMkLst>
            <pc:docMk/>
            <pc:sldMk cId="2466874664" sldId="141169144"/>
            <ac:cxnSpMk id="32" creationId="{2C702270-4AC9-638A-BFAB-774FF27E68FD}"/>
          </ac:cxnSpMkLst>
        </pc:cxnChg>
        <pc:cxnChg chg="mod">
          <ac:chgData name="Masuda, Isamu (増田 勇)" userId="d3e5b3f7-6854-418d-836d-cdbffc4e55c6" providerId="ADAL" clId="{4A23A56D-FDDD-434E-B9CB-8DDFEF682DD0}" dt="2023-04-19T05:52:37.271" v="23078" actId="571"/>
          <ac:cxnSpMkLst>
            <pc:docMk/>
            <pc:sldMk cId="2466874664" sldId="141169144"/>
            <ac:cxnSpMk id="35" creationId="{AAA918A3-5482-9020-0791-D62E6B545661}"/>
          </ac:cxnSpMkLst>
        </pc:cxnChg>
      </pc:sldChg>
      <pc:sldChg chg="addSp modSp add mod">
        <pc:chgData name="Masuda, Isamu (増田 勇)" userId="d3e5b3f7-6854-418d-836d-cdbffc4e55c6" providerId="ADAL" clId="{4A23A56D-FDDD-434E-B9CB-8DDFEF682DD0}" dt="2023-04-27T00:45:59.162" v="32802" actId="20577"/>
        <pc:sldMkLst>
          <pc:docMk/>
          <pc:sldMk cId="1582509132" sldId="141169145"/>
        </pc:sldMkLst>
        <pc:spChg chg="mod">
          <ac:chgData name="Masuda, Isamu (増田 勇)" userId="d3e5b3f7-6854-418d-836d-cdbffc4e55c6" providerId="ADAL" clId="{4A23A56D-FDDD-434E-B9CB-8DDFEF682DD0}" dt="2023-04-24T01:47:36.485" v="31038" actId="20577"/>
          <ac:spMkLst>
            <pc:docMk/>
            <pc:sldMk cId="1582509132" sldId="141169145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1:56:21.701" v="31618" actId="14100"/>
          <ac:spMkLst>
            <pc:docMk/>
            <pc:sldMk cId="1582509132" sldId="141169145"/>
            <ac:spMk id="5" creationId="{71539408-F122-EFBD-7D08-6EF9494B25E4}"/>
          </ac:spMkLst>
        </pc:spChg>
        <pc:spChg chg="mod">
          <ac:chgData name="Masuda, Isamu (増田 勇)" userId="d3e5b3f7-6854-418d-836d-cdbffc4e55c6" providerId="ADAL" clId="{4A23A56D-FDDD-434E-B9CB-8DDFEF682DD0}" dt="2023-04-27T00:45:59.162" v="32802" actId="20577"/>
          <ac:spMkLst>
            <pc:docMk/>
            <pc:sldMk cId="1582509132" sldId="141169145"/>
            <ac:spMk id="8" creationId="{639E3395-BF05-4551-D491-4FD943DEFCFE}"/>
          </ac:spMkLst>
        </pc:spChg>
        <pc:grpChg chg="mod">
          <ac:chgData name="Masuda, Isamu (増田 勇)" userId="d3e5b3f7-6854-418d-836d-cdbffc4e55c6" providerId="ADAL" clId="{4A23A56D-FDDD-434E-B9CB-8DDFEF682DD0}" dt="2023-04-24T01:49:56.502" v="31136" actId="1076"/>
          <ac:grpSpMkLst>
            <pc:docMk/>
            <pc:sldMk cId="1582509132" sldId="141169145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1:53:51.416" v="31374" actId="20577"/>
          <ac:graphicFrameMkLst>
            <pc:docMk/>
            <pc:sldMk cId="1582509132" sldId="141169145"/>
            <ac:graphicFrameMk id="4" creationId="{55EAE0F0-F315-C1D3-E6BA-0F6256F5BC58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1:29:01.081" v="30697" actId="20577"/>
        <pc:sldMkLst>
          <pc:docMk/>
          <pc:sldMk cId="1868210700" sldId="141169146"/>
        </pc:sldMkLst>
        <pc:spChg chg="mod">
          <ac:chgData name="Masuda, Isamu (増田 勇)" userId="d3e5b3f7-6854-418d-836d-cdbffc4e55c6" providerId="ADAL" clId="{4A23A56D-FDDD-434E-B9CB-8DDFEF682DD0}" dt="2023-04-19T07:44:14.648" v="28882" actId="20577"/>
          <ac:spMkLst>
            <pc:docMk/>
            <pc:sldMk cId="1868210700" sldId="141169146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1.081" v="30697" actId="20577"/>
          <ac:spMkLst>
            <pc:docMk/>
            <pc:sldMk cId="1868210700" sldId="141169146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4A23A56D-FDDD-434E-B9CB-8DDFEF682DD0}" dt="2023-04-19T06:30:14.229" v="25633" actId="478"/>
          <ac:spMkLst>
            <pc:docMk/>
            <pc:sldMk cId="1868210700" sldId="141169146"/>
            <ac:spMk id="4" creationId="{1F6021B6-A40C-4DCA-4706-AFAE2088C46B}"/>
          </ac:spMkLst>
        </pc:spChg>
        <pc:spChg chg="add mod">
          <ac:chgData name="Masuda, Isamu (増田 勇)" userId="d3e5b3f7-6854-418d-836d-cdbffc4e55c6" providerId="ADAL" clId="{4A23A56D-FDDD-434E-B9CB-8DDFEF682DD0}" dt="2023-04-21T08:19:51.810" v="30362" actId="1076"/>
          <ac:spMkLst>
            <pc:docMk/>
            <pc:sldMk cId="1868210700" sldId="141169146"/>
            <ac:spMk id="5" creationId="{E7FF979B-6200-2C3E-11EF-C67D538F30D3}"/>
          </ac:spMkLst>
        </pc:spChg>
        <pc:spChg chg="mod">
          <ac:chgData name="Masuda, Isamu (増田 勇)" userId="d3e5b3f7-6854-418d-836d-cdbffc4e55c6" providerId="ADAL" clId="{4A23A56D-FDDD-434E-B9CB-8DDFEF682DD0}" dt="2023-04-24T01:25:39.177" v="30676"/>
          <ac:spMkLst>
            <pc:docMk/>
            <pc:sldMk cId="1868210700" sldId="141169146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6:16:30.951" v="24177" actId="20577"/>
          <ac:spMkLst>
            <pc:docMk/>
            <pc:sldMk cId="1868210700" sldId="141169146"/>
            <ac:spMk id="10" creationId="{9CAA8B69-9A9C-C500-1F84-96E54AA5829D}"/>
          </ac:spMkLst>
        </pc:spChg>
        <pc:grpChg chg="mod">
          <ac:chgData name="Masuda, Isamu (増田 勇)" userId="d3e5b3f7-6854-418d-836d-cdbffc4e55c6" providerId="ADAL" clId="{4A23A56D-FDDD-434E-B9CB-8DDFEF682DD0}" dt="2023-04-21T08:19:14.521" v="30361" actId="1076"/>
          <ac:grpSpMkLst>
            <pc:docMk/>
            <pc:sldMk cId="1868210700" sldId="141169146"/>
            <ac:grpSpMk id="9" creationId="{BA6CC057-D334-9DCD-B5B0-2973343BCAE3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1:29:08.253" v="30718" actId="20577"/>
        <pc:sldMkLst>
          <pc:docMk/>
          <pc:sldMk cId="1280696005" sldId="141169147"/>
        </pc:sldMkLst>
        <pc:spChg chg="mod">
          <ac:chgData name="Masuda, Isamu (増田 勇)" userId="d3e5b3f7-6854-418d-836d-cdbffc4e55c6" providerId="ADAL" clId="{4A23A56D-FDDD-434E-B9CB-8DDFEF682DD0}" dt="2023-04-19T07:44:03.643" v="28868" actId="27636"/>
          <ac:spMkLst>
            <pc:docMk/>
            <pc:sldMk cId="1280696005" sldId="14116914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8.253" v="30718" actId="20577"/>
          <ac:spMkLst>
            <pc:docMk/>
            <pc:sldMk cId="1280696005" sldId="141169147"/>
            <ac:spMk id="3" creationId="{73E8DDFD-D246-0664-BA8B-3C8633CDE991}"/>
          </ac:spMkLst>
        </pc:spChg>
        <pc:spChg chg="del">
          <ac:chgData name="Masuda, Isamu (増田 勇)" userId="d3e5b3f7-6854-418d-836d-cdbffc4e55c6" providerId="ADAL" clId="{4A23A56D-FDDD-434E-B9CB-8DDFEF682DD0}" dt="2023-04-19T06:31:14.313" v="25674" actId="478"/>
          <ac:spMkLst>
            <pc:docMk/>
            <pc:sldMk cId="1280696005" sldId="141169147"/>
            <ac:spMk id="5" creationId="{E7FF979B-6200-2C3E-11EF-C67D538F30D3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7" creationId="{69510D5E-F572-17DA-A1A2-DE2C0602A5C9}"/>
          </ac:spMkLst>
        </pc:spChg>
        <pc:spChg chg="mod">
          <ac:chgData name="Masuda, Isamu (増田 勇)" userId="d3e5b3f7-6854-418d-836d-cdbffc4e55c6" providerId="ADAL" clId="{4A23A56D-FDDD-434E-B9CB-8DDFEF682DD0}" dt="2023-04-19T07:35:03.136" v="28821" actId="20577"/>
          <ac:spMkLst>
            <pc:docMk/>
            <pc:sldMk cId="1280696005" sldId="141169147"/>
            <ac:spMk id="8" creationId="{639E3395-BF05-4551-D491-4FD943DEFCFE}"/>
          </ac:spMkLst>
        </pc:spChg>
        <pc:spChg chg="add mod">
          <ac:chgData name="Masuda, Isamu (増田 勇)" userId="d3e5b3f7-6854-418d-836d-cdbffc4e55c6" providerId="ADAL" clId="{4A23A56D-FDDD-434E-B9CB-8DDFEF682DD0}" dt="2023-04-19T07:35:22.352" v="28840" actId="20577"/>
          <ac:spMkLst>
            <pc:docMk/>
            <pc:sldMk cId="1280696005" sldId="141169147"/>
            <ac:spMk id="18" creationId="{C7CA2ABD-1ABD-AD2B-C9CF-AC84FFCFA884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19" creationId="{D97F7D12-EA9B-26EF-B6E7-523CCAE9D90C}"/>
          </ac:spMkLst>
        </pc:spChg>
        <pc:spChg chg="add mod">
          <ac:chgData name="Masuda, Isamu (増田 勇)" userId="d3e5b3f7-6854-418d-836d-cdbffc4e55c6" providerId="ADAL" clId="{4A23A56D-FDDD-434E-B9CB-8DDFEF682DD0}" dt="2023-04-19T07:30:56.809" v="28714" actId="20577"/>
          <ac:spMkLst>
            <pc:docMk/>
            <pc:sldMk cId="1280696005" sldId="141169147"/>
            <ac:spMk id="20" creationId="{9BA849E2-490A-ADFB-C9CC-D11E5ABF63E6}"/>
          </ac:spMkLst>
        </pc:spChg>
        <pc:spChg chg="add mod">
          <ac:chgData name="Masuda, Isamu (増田 勇)" userId="d3e5b3f7-6854-418d-836d-cdbffc4e55c6" providerId="ADAL" clId="{4A23A56D-FDDD-434E-B9CB-8DDFEF682DD0}" dt="2023-04-19T06:56:19.297" v="28046" actId="1036"/>
          <ac:spMkLst>
            <pc:docMk/>
            <pc:sldMk cId="1280696005" sldId="141169147"/>
            <ac:spMk id="21" creationId="{302D9302-2353-8F3B-2698-3109EA893D7A}"/>
          </ac:spMkLst>
        </pc:spChg>
        <pc:grpChg chg="mod">
          <ac:chgData name="Masuda, Isamu (増田 勇)" userId="d3e5b3f7-6854-418d-836d-cdbffc4e55c6" providerId="ADAL" clId="{4A23A56D-FDDD-434E-B9CB-8DDFEF682DD0}" dt="2023-04-19T06:57:51.178" v="28154" actId="1076"/>
          <ac:grpSpMkLst>
            <pc:docMk/>
            <pc:sldMk cId="1280696005" sldId="141169147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6:58:07.705" v="28160" actId="1036"/>
          <ac:graphicFrameMkLst>
            <pc:docMk/>
            <pc:sldMk cId="1280696005" sldId="141169147"/>
            <ac:graphicFrameMk id="4" creationId="{C5910449-E3F8-FAC5-E318-0BB19A5E4697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6:53:43.420" v="27845" actId="1076"/>
          <ac:graphicFrameMkLst>
            <pc:docMk/>
            <pc:sldMk cId="1280696005" sldId="141169147"/>
            <ac:graphicFrameMk id="6" creationId="{347C4026-8688-B234-2F75-4FAEDF2A2CDB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59:51.764" v="32624" actId="1035"/>
        <pc:sldMkLst>
          <pc:docMk/>
          <pc:sldMk cId="4104347090" sldId="141169148"/>
        </pc:sldMkLst>
        <pc:spChg chg="mod">
          <ac:chgData name="Masuda, Isamu (増田 勇)" userId="d3e5b3f7-6854-418d-836d-cdbffc4e55c6" providerId="ADAL" clId="{4A23A56D-FDDD-434E-B9CB-8DDFEF682DD0}" dt="2023-04-21T08:06:35.553" v="30075" actId="20577"/>
          <ac:spMkLst>
            <pc:docMk/>
            <pc:sldMk cId="4104347090" sldId="141169148"/>
            <ac:spMk id="3" creationId="{EE62ED8C-C517-3F8F-4DF6-544F3A46CBAC}"/>
          </ac:spMkLst>
        </pc:spChg>
        <pc:spChg chg="add mod">
          <ac:chgData name="Masuda, Isamu (増田 勇)" userId="d3e5b3f7-6854-418d-836d-cdbffc4e55c6" providerId="ADAL" clId="{4A23A56D-FDDD-434E-B9CB-8DDFEF682DD0}" dt="2023-04-19T07:50:21.433" v="29120" actId="14100"/>
          <ac:spMkLst>
            <pc:docMk/>
            <pc:sldMk cId="4104347090" sldId="141169148"/>
            <ac:spMk id="4" creationId="{8B457536-3FA4-6724-D86E-3A14DB0C68D8}"/>
          </ac:spMkLst>
        </pc:spChg>
        <pc:spChg chg="add mod">
          <ac:chgData name="Masuda, Isamu (増田 勇)" userId="d3e5b3f7-6854-418d-836d-cdbffc4e55c6" providerId="ADAL" clId="{4A23A56D-FDDD-434E-B9CB-8DDFEF682DD0}" dt="2023-04-19T08:33:05.807" v="29538" actId="1076"/>
          <ac:spMkLst>
            <pc:docMk/>
            <pc:sldMk cId="4104347090" sldId="141169148"/>
            <ac:spMk id="7" creationId="{3B412AA7-36A4-C881-F3AA-B3656A1F7D73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8" creationId="{D1D5EDB7-872E-166C-9303-D27338E57375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9" creationId="{05515ADC-AD03-21BD-7D5D-E604BA7E35FD}"/>
          </ac:spMkLst>
        </pc:spChg>
        <pc:spChg chg="mod">
          <ac:chgData name="Masuda, Isamu (増田 勇)" userId="d3e5b3f7-6854-418d-836d-cdbffc4e55c6" providerId="ADAL" clId="{4A23A56D-FDDD-434E-B9CB-8DDFEF682DD0}" dt="2023-04-19T07:53:52.275" v="29411" actId="1076"/>
          <ac:spMkLst>
            <pc:docMk/>
            <pc:sldMk cId="4104347090" sldId="141169148"/>
            <ac:spMk id="18" creationId="{B087A7D8-0ED9-F86F-E9CA-65B70232C4C8}"/>
          </ac:spMkLst>
        </pc:spChg>
        <pc:spChg chg="del mod ord">
          <ac:chgData name="Masuda, Isamu (増田 勇)" userId="d3e5b3f7-6854-418d-836d-cdbffc4e55c6" providerId="ADAL" clId="{4A23A56D-FDDD-434E-B9CB-8DDFEF682DD0}" dt="2023-04-21T08:06:43.987" v="30077" actId="478"/>
          <ac:spMkLst>
            <pc:docMk/>
            <pc:sldMk cId="4104347090" sldId="141169148"/>
            <ac:spMk id="20" creationId="{308E5FC3-B201-6604-7C73-DD29F0A61900}"/>
          </ac:spMkLst>
        </pc:spChg>
        <pc:graphicFrameChg chg="del">
          <ac:chgData name="Masuda, Isamu (増田 勇)" userId="d3e5b3f7-6854-418d-836d-cdbffc4e55c6" providerId="ADAL" clId="{4A23A56D-FDDD-434E-B9CB-8DDFEF682DD0}" dt="2023-04-19T07:46:13.505" v="28898" actId="478"/>
          <ac:graphicFrameMkLst>
            <pc:docMk/>
            <pc:sldMk cId="4104347090" sldId="141169148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50:58.421" v="29142"/>
          <ac:graphicFrameMkLst>
            <pc:docMk/>
            <pc:sldMk cId="4104347090" sldId="141169148"/>
            <ac:graphicFrameMk id="6" creationId="{E45CE98D-AD4D-D1C8-F2B7-6DEBDEA78B3F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19T07:51:12.893" v="29169" actId="20577"/>
          <ac:graphicFrameMkLst>
            <pc:docMk/>
            <pc:sldMk cId="4104347090" sldId="141169148"/>
            <ac:graphicFrameMk id="22" creationId="{FD97FB74-F16B-2C6A-885C-CF8EEE2BF308}"/>
          </ac:graphicFrameMkLst>
        </pc:graphicFrameChg>
      </pc:sldChg>
      <pc:sldChg chg="addSp delSp modSp new del mod ord">
        <pc:chgData name="Masuda, Isamu (増田 勇)" userId="d3e5b3f7-6854-418d-836d-cdbffc4e55c6" providerId="ADAL" clId="{4A23A56D-FDDD-434E-B9CB-8DDFEF682DD0}" dt="2023-04-24T02:10:57.362" v="32038" actId="47"/>
        <pc:sldMkLst>
          <pc:docMk/>
          <pc:sldMk cId="507350966" sldId="141169149"/>
        </pc:sldMkLst>
        <pc:spChg chg="mod">
          <ac:chgData name="Masuda, Isamu (増田 勇)" userId="d3e5b3f7-6854-418d-836d-cdbffc4e55c6" providerId="ADAL" clId="{4A23A56D-FDDD-434E-B9CB-8DDFEF682DD0}" dt="2023-04-21T08:28:40.547" v="30486"/>
          <ac:spMkLst>
            <pc:docMk/>
            <pc:sldMk cId="507350966" sldId="141169149"/>
            <ac:spMk id="2" creationId="{41C44193-8E7D-63B0-B47C-75238ECB6B4A}"/>
          </ac:spMkLst>
        </pc:spChg>
        <pc:spChg chg="mod">
          <ac:chgData name="Masuda, Isamu (増田 勇)" userId="d3e5b3f7-6854-418d-836d-cdbffc4e55c6" providerId="ADAL" clId="{4A23A56D-FDDD-434E-B9CB-8DDFEF682DD0}" dt="2023-04-21T08:29:39.434" v="30623" actId="20577"/>
          <ac:spMkLst>
            <pc:docMk/>
            <pc:sldMk cId="507350966" sldId="141169149"/>
            <ac:spMk id="3" creationId="{4F36FC4C-0C21-2D29-EA8E-2358581A4925}"/>
          </ac:spMkLst>
        </pc:spChg>
        <pc:picChg chg="add del">
          <ac:chgData name="Masuda, Isamu (増田 勇)" userId="d3e5b3f7-6854-418d-836d-cdbffc4e55c6" providerId="ADAL" clId="{4A23A56D-FDDD-434E-B9CB-8DDFEF682DD0}" dt="2023-04-21T08:28:32.147" v="30485" actId="478"/>
          <ac:picMkLst>
            <pc:docMk/>
            <pc:sldMk cId="507350966" sldId="141169149"/>
            <ac:picMk id="5" creationId="{EF4A2CAA-3D64-8693-C6A3-AE6FDB0EB85F}"/>
          </ac:picMkLst>
        </pc:picChg>
      </pc:sldChg>
      <pc:sldChg chg="delSp modSp add del mod">
        <pc:chgData name="Masuda, Isamu (増田 勇)" userId="d3e5b3f7-6854-418d-836d-cdbffc4e55c6" providerId="ADAL" clId="{4A23A56D-FDDD-434E-B9CB-8DDFEF682DD0}" dt="2023-04-24T01:57:38.794" v="31647" actId="47"/>
        <pc:sldMkLst>
          <pc:docMk/>
          <pc:sldMk cId="508566263" sldId="141169150"/>
        </pc:sldMkLst>
        <pc:spChg chg="del">
          <ac:chgData name="Masuda, Isamu (増田 勇)" userId="d3e5b3f7-6854-418d-836d-cdbffc4e55c6" providerId="ADAL" clId="{4A23A56D-FDDD-434E-B9CB-8DDFEF682DD0}" dt="2023-04-24T01:40:19.802" v="30721" actId="478"/>
          <ac:spMkLst>
            <pc:docMk/>
            <pc:sldMk cId="508566263" sldId="14116915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24T01:47:02.641" v="31007" actId="1076"/>
          <ac:spMkLst>
            <pc:docMk/>
            <pc:sldMk cId="508566263" sldId="141169150"/>
            <ac:spMk id="6" creationId="{47FB6791-3A9B-C3F1-A3EA-CF8476D273B7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24T01:40:30.576" v="30724" actId="1076"/>
          <ac:spMkLst>
            <pc:docMk/>
            <pc:sldMk cId="508566263" sldId="141169150"/>
            <ac:spMk id="16" creationId="{72CC8F46-E290-0780-1D5A-4CC23F24315F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18" creationId="{CE5FA300-0FB0-3FFF-140D-8ECB2BA4F04D}"/>
          </ac:spMkLst>
        </pc:spChg>
        <pc:graphicFrameChg chg="del">
          <ac:chgData name="Masuda, Isamu (増田 勇)" userId="d3e5b3f7-6854-418d-836d-cdbffc4e55c6" providerId="ADAL" clId="{4A23A56D-FDDD-434E-B9CB-8DDFEF682DD0}" dt="2023-04-24T01:40:16.691" v="30720" actId="478"/>
          <ac:graphicFrameMkLst>
            <pc:docMk/>
            <pc:sldMk cId="508566263" sldId="141169150"/>
            <ac:graphicFrameMk id="8" creationId="{F465E34B-9F9D-4313-E692-01DBE4513648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24T01:46:55.822" v="31006" actId="113"/>
          <ac:graphicFrameMkLst>
            <pc:docMk/>
            <pc:sldMk cId="508566263" sldId="141169150"/>
            <ac:graphicFrameMk id="9" creationId="{A964A782-DC68-43C6-2537-B01ACF6CD687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46:37.060" v="32381" actId="1076"/>
        <pc:sldMkLst>
          <pc:docMk/>
          <pc:sldMk cId="4158688661" sldId="141169151"/>
        </pc:sldMkLst>
        <pc:spChg chg="mod">
          <ac:chgData name="Masuda, Isamu (増田 勇)" userId="d3e5b3f7-6854-418d-836d-cdbffc4e55c6" providerId="ADAL" clId="{4A23A56D-FDDD-434E-B9CB-8DDFEF682DD0}" dt="2023-04-24T05:45:58.243" v="32342" actId="20577"/>
          <ac:spMkLst>
            <pc:docMk/>
            <pc:sldMk cId="4158688661" sldId="14116915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5:46:37.060" v="32381" actId="1076"/>
          <ac:spMkLst>
            <pc:docMk/>
            <pc:sldMk cId="4158688661" sldId="141169151"/>
            <ac:spMk id="5" creationId="{F7C93056-2D98-790F-5723-4756940437CC}"/>
          </ac:spMkLst>
        </pc:spChg>
        <pc:spChg chg="del">
          <ac:chgData name="Masuda, Isamu (増田 勇)" userId="d3e5b3f7-6854-418d-836d-cdbffc4e55c6" providerId="ADAL" clId="{4A23A56D-FDDD-434E-B9CB-8DDFEF682DD0}" dt="2023-04-24T05:45:15.383" v="32262" actId="478"/>
          <ac:spMkLst>
            <pc:docMk/>
            <pc:sldMk cId="4158688661" sldId="141169151"/>
            <ac:spMk id="18" creationId="{FC2591F8-8DCD-E823-1EFE-6C54A120CA52}"/>
          </ac:spMkLst>
        </pc:spChg>
        <pc:picChg chg="add mod">
          <ac:chgData name="Masuda, Isamu (増田 勇)" userId="d3e5b3f7-6854-418d-836d-cdbffc4e55c6" providerId="ADAL" clId="{4A23A56D-FDDD-434E-B9CB-8DDFEF682DD0}" dt="2023-04-24T05:45:21.872" v="32285" actId="14100"/>
          <ac:picMkLst>
            <pc:docMk/>
            <pc:sldMk cId="4158688661" sldId="141169151"/>
            <ac:picMk id="4" creationId="{C3B5D09E-2E24-4988-A112-7834F97E2756}"/>
          </ac:picMkLst>
        </pc:picChg>
      </pc:sldChg>
      <pc:sldChg chg="addSp delSp modSp new mod chgLayout">
        <pc:chgData name="Masuda, Isamu (増田 勇)" userId="d3e5b3f7-6854-418d-836d-cdbffc4e55c6" providerId="ADAL" clId="{4A23A56D-FDDD-434E-B9CB-8DDFEF682DD0}" dt="2023-04-24T05:43:45.218" v="32258" actId="14100"/>
        <pc:sldMkLst>
          <pc:docMk/>
          <pc:sldMk cId="3708712771" sldId="141169152"/>
        </pc:sldMkLst>
        <pc:spChg chg="mod ord">
          <ac:chgData name="Masuda, Isamu (増田 勇)" userId="d3e5b3f7-6854-418d-836d-cdbffc4e55c6" providerId="ADAL" clId="{4A23A56D-FDDD-434E-B9CB-8DDFEF682DD0}" dt="2023-04-24T05:42:05.806" v="32194" actId="700"/>
          <ac:spMkLst>
            <pc:docMk/>
            <pc:sldMk cId="3708712771" sldId="141169152"/>
            <ac:spMk id="2" creationId="{06DC92E0-260F-3B7E-1557-0BAEF9EB72B7}"/>
          </ac:spMkLst>
        </pc:spChg>
        <pc:spChg chg="del">
          <ac:chgData name="Masuda, Isamu (増田 勇)" userId="d3e5b3f7-6854-418d-836d-cdbffc4e55c6" providerId="ADAL" clId="{4A23A56D-FDDD-434E-B9CB-8DDFEF682DD0}" dt="2023-04-24T05:41:06.701" v="32169" actId="478"/>
          <ac:spMkLst>
            <pc:docMk/>
            <pc:sldMk cId="3708712771" sldId="141169152"/>
            <ac:spMk id="3" creationId="{E7F20567-A2BA-5B44-74EC-72733857A448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5" creationId="{304A51B3-4663-C741-6F36-0E5CBA50684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6" creationId="{89A11CC9-E831-9522-E563-924BB3E34FE9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7" creationId="{84E3B125-9669-8E24-1EC1-43B479323B3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8" creationId="{F567378B-F90E-6984-86CD-7737374EFAD6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9" creationId="{AE192EF7-8B9D-C85A-8122-05B4D36FEE22}"/>
          </ac:spMkLst>
        </pc:spChg>
        <pc:spChg chg="add mod ord">
          <ac:chgData name="Masuda, Isamu (増田 勇)" userId="d3e5b3f7-6854-418d-836d-cdbffc4e55c6" providerId="ADAL" clId="{4A23A56D-FDDD-434E-B9CB-8DDFEF682DD0}" dt="2023-04-24T05:42:12.913" v="32207" actId="20577"/>
          <ac:spMkLst>
            <pc:docMk/>
            <pc:sldMk cId="3708712771" sldId="141169152"/>
            <ac:spMk id="11" creationId="{34C3188E-DE6F-275A-F919-B86530580496}"/>
          </ac:spMkLst>
        </pc:spChg>
        <pc:spChg chg="add mod">
          <ac:chgData name="Masuda, Isamu (増田 勇)" userId="d3e5b3f7-6854-418d-836d-cdbffc4e55c6" providerId="ADAL" clId="{4A23A56D-FDDD-434E-B9CB-8DDFEF682DD0}" dt="2023-04-24T05:43:45.218" v="32258" actId="14100"/>
          <ac:spMkLst>
            <pc:docMk/>
            <pc:sldMk cId="3708712771" sldId="141169152"/>
            <ac:spMk id="12" creationId="{BE07F729-3222-0A14-CBB3-D4A1670AA17C}"/>
          </ac:spMkLst>
        </pc:spChg>
        <pc:spChg chg="add mod">
          <ac:chgData name="Masuda, Isamu (増田 勇)" userId="d3e5b3f7-6854-418d-836d-cdbffc4e55c6" providerId="ADAL" clId="{4A23A56D-FDDD-434E-B9CB-8DDFEF682DD0}" dt="2023-04-24T05:43:27.140" v="32255" actId="20577"/>
          <ac:spMkLst>
            <pc:docMk/>
            <pc:sldMk cId="3708712771" sldId="141169152"/>
            <ac:spMk id="13" creationId="{8E0401B7-14E4-47BC-25E0-1EBC82F52AC1}"/>
          </ac:spMkLst>
        </pc:spChg>
        <pc:grpChg chg="add mod">
          <ac:chgData name="Masuda, Isamu (増田 勇)" userId="d3e5b3f7-6854-418d-836d-cdbffc4e55c6" providerId="ADAL" clId="{4A23A56D-FDDD-434E-B9CB-8DDFEF682DD0}" dt="2023-04-24T05:41:03.783" v="32168"/>
          <ac:grpSpMkLst>
            <pc:docMk/>
            <pc:sldMk cId="3708712771" sldId="141169152"/>
            <ac:grpSpMk id="4" creationId="{FDCE326C-28C4-803A-AF50-389EF31374CC}"/>
          </ac:grpSpMkLst>
        </pc:grpChg>
        <pc:picChg chg="add mod">
          <ac:chgData name="Masuda, Isamu (増田 勇)" userId="d3e5b3f7-6854-418d-836d-cdbffc4e55c6" providerId="ADAL" clId="{4A23A56D-FDDD-434E-B9CB-8DDFEF682DD0}" dt="2023-04-24T05:41:50.571" v="32192" actId="1036"/>
          <ac:picMkLst>
            <pc:docMk/>
            <pc:sldMk cId="3708712771" sldId="141169152"/>
            <ac:picMk id="10" creationId="{765B8D0B-0385-4E76-990F-8262E4CF7468}"/>
          </ac:picMkLst>
        </pc:picChg>
      </pc:sldChg>
      <pc:sldChg chg="addSp delSp modSp new mod">
        <pc:chgData name="Masuda, Isamu (増田 勇)" userId="d3e5b3f7-6854-418d-836d-cdbffc4e55c6" providerId="ADAL" clId="{4A23A56D-FDDD-434E-B9CB-8DDFEF682DD0}" dt="2023-04-27T01:12:31.013" v="33873" actId="20577"/>
        <pc:sldMkLst>
          <pc:docMk/>
          <pc:sldMk cId="3374738585" sldId="141169153"/>
        </pc:sldMkLst>
        <pc:spChg chg="mod">
          <ac:chgData name="Masuda, Isamu (増田 勇)" userId="d3e5b3f7-6854-418d-836d-cdbffc4e55c6" providerId="ADAL" clId="{4A23A56D-FDDD-434E-B9CB-8DDFEF682DD0}" dt="2023-04-27T00:50:05.046" v="32844" actId="20577"/>
          <ac:spMkLst>
            <pc:docMk/>
            <pc:sldMk cId="3374738585" sldId="141169153"/>
            <ac:spMk id="2" creationId="{396D7327-74E2-1F73-B846-FC407DF113E5}"/>
          </ac:spMkLst>
        </pc:spChg>
        <pc:spChg chg="mod">
          <ac:chgData name="Masuda, Isamu (増田 勇)" userId="d3e5b3f7-6854-418d-836d-cdbffc4e55c6" providerId="ADAL" clId="{4A23A56D-FDDD-434E-B9CB-8DDFEF682DD0}" dt="2023-04-27T01:12:31.013" v="33873" actId="20577"/>
          <ac:spMkLst>
            <pc:docMk/>
            <pc:sldMk cId="3374738585" sldId="141169153"/>
            <ac:spMk id="3" creationId="{513AED44-0C68-CE39-706E-3C028C0274C1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5" creationId="{F2E5453B-E088-190C-B616-C7D6398393B7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6" creationId="{797B0F20-21F8-E153-C546-8B1621A0C8F0}"/>
          </ac:spMkLst>
        </pc:spChg>
        <pc:spChg chg="mod topLvl">
          <ac:chgData name="Masuda, Isamu (増田 勇)" userId="d3e5b3f7-6854-418d-836d-cdbffc4e55c6" providerId="ADAL" clId="{4A23A56D-FDDD-434E-B9CB-8DDFEF682DD0}" dt="2023-04-27T00:59:08.718" v="33142" actId="554"/>
          <ac:spMkLst>
            <pc:docMk/>
            <pc:sldMk cId="3374738585" sldId="141169153"/>
            <ac:spMk id="7" creationId="{1F9E1F7E-214E-4CBB-45EC-8D8C25B640DB}"/>
          </ac:spMkLst>
        </pc:spChg>
        <pc:spChg chg="mod topLvl">
          <ac:chgData name="Masuda, Isamu (増田 勇)" userId="d3e5b3f7-6854-418d-836d-cdbffc4e55c6" providerId="ADAL" clId="{4A23A56D-FDDD-434E-B9CB-8DDFEF682DD0}" dt="2023-04-27T00:59:15.318" v="33143" actId="554"/>
          <ac:spMkLst>
            <pc:docMk/>
            <pc:sldMk cId="3374738585" sldId="141169153"/>
            <ac:spMk id="8" creationId="{16E9C5D5-7C11-6862-2736-81C3A04339E6}"/>
          </ac:spMkLst>
        </pc:spChg>
        <pc:spChg chg="mod topLvl">
          <ac:chgData name="Masuda, Isamu (増田 勇)" userId="d3e5b3f7-6854-418d-836d-cdbffc4e55c6" providerId="ADAL" clId="{4A23A56D-FDDD-434E-B9CB-8DDFEF682DD0}" dt="2023-04-27T00:59:20.493" v="33144" actId="554"/>
          <ac:spMkLst>
            <pc:docMk/>
            <pc:sldMk cId="3374738585" sldId="141169153"/>
            <ac:spMk id="9" creationId="{8A4F3CA8-1E82-7CAC-E252-4F005CA9EA79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0" creationId="{A20D21B1-F28F-7BF8-5C11-B3838F8BBD94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3" creationId="{DE9CA115-EDA5-254C-C9DA-2C36D5195CCB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4" creationId="{ED0A38F9-75C5-B0B4-8652-9667C535A808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5" creationId="{62EA19DC-580D-DD18-DF8D-1DB1E2B0D302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6" creationId="{8ED1B397-DD34-94C7-E459-74C6FB34817D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7" creationId="{E7959356-4D64-C1D4-255A-549A8830A848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9" creationId="{65116B46-B8C4-F41B-83F3-1D9A617BC330}"/>
          </ac:spMkLst>
        </pc:spChg>
        <pc:spChg chg="mod">
          <ac:chgData name="Masuda, Isamu (増田 勇)" userId="d3e5b3f7-6854-418d-836d-cdbffc4e55c6" providerId="ADAL" clId="{4A23A56D-FDDD-434E-B9CB-8DDFEF682DD0}" dt="2023-04-27T00:51:59.347" v="32902" actId="20577"/>
          <ac:spMkLst>
            <pc:docMk/>
            <pc:sldMk cId="3374738585" sldId="141169153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4A23A56D-FDDD-434E-B9CB-8DDFEF682DD0}" dt="2023-04-27T00:51:24.872" v="32881" actId="20577"/>
          <ac:spMkLst>
            <pc:docMk/>
            <pc:sldMk cId="3374738585" sldId="141169153"/>
            <ac:spMk id="27" creationId="{E83DFE93-0252-B0E9-FA08-E6EB1EE990C3}"/>
          </ac:spMkLst>
        </pc:spChg>
        <pc:spChg chg="mod">
          <ac:chgData name="Masuda, Isamu (増田 勇)" userId="d3e5b3f7-6854-418d-836d-cdbffc4e55c6" providerId="ADAL" clId="{4A23A56D-FDDD-434E-B9CB-8DDFEF682DD0}" dt="2023-04-27T00:52:11.248" v="32912" actId="20577"/>
          <ac:spMkLst>
            <pc:docMk/>
            <pc:sldMk cId="3374738585" sldId="141169153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4A23A56D-FDDD-434E-B9CB-8DDFEF682DD0}" dt="2023-04-27T00:52:17.354" v="32920" actId="20577"/>
          <ac:spMkLst>
            <pc:docMk/>
            <pc:sldMk cId="3374738585" sldId="141169153"/>
            <ac:spMk id="33" creationId="{53D2AACA-A0F1-CD87-A300-45E9A532EF95}"/>
          </ac:spMkLst>
        </pc:spChg>
        <pc:spChg chg="add del mod">
          <ac:chgData name="Masuda, Isamu (増田 勇)" userId="d3e5b3f7-6854-418d-836d-cdbffc4e55c6" providerId="ADAL" clId="{4A23A56D-FDDD-434E-B9CB-8DDFEF682DD0}" dt="2023-04-27T00:59:26.157" v="33147" actId="478"/>
          <ac:spMkLst>
            <pc:docMk/>
            <pc:sldMk cId="3374738585" sldId="141169153"/>
            <ac:spMk id="35" creationId="{D91D00FC-A72E-9835-C402-892A3A895029}"/>
          </ac:spMkLst>
        </pc:spChg>
        <pc:spChg chg="add mod">
          <ac:chgData name="Masuda, Isamu (増田 勇)" userId="d3e5b3f7-6854-418d-836d-cdbffc4e55c6" providerId="ADAL" clId="{4A23A56D-FDDD-434E-B9CB-8DDFEF682DD0}" dt="2023-04-27T01:04:56.221" v="33478" actId="20577"/>
          <ac:spMkLst>
            <pc:docMk/>
            <pc:sldMk cId="3374738585" sldId="141169153"/>
            <ac:spMk id="36" creationId="{34B027D4-24B3-3AA0-DF4C-7558156FB163}"/>
          </ac:spMkLst>
        </pc:spChg>
        <pc:spChg chg="add mod">
          <ac:chgData name="Masuda, Isamu (増田 勇)" userId="d3e5b3f7-6854-418d-836d-cdbffc4e55c6" providerId="ADAL" clId="{4A23A56D-FDDD-434E-B9CB-8DDFEF682DD0}" dt="2023-04-27T01:05:09.067" v="33518" actId="20577"/>
          <ac:spMkLst>
            <pc:docMk/>
            <pc:sldMk cId="3374738585" sldId="141169153"/>
            <ac:spMk id="37" creationId="{27585AFA-9E51-6139-DCEC-AEE181B2F8B5}"/>
          </ac:spMkLst>
        </pc:spChg>
        <pc:spChg chg="add mod">
          <ac:chgData name="Masuda, Isamu (増田 勇)" userId="d3e5b3f7-6854-418d-836d-cdbffc4e55c6" providerId="ADAL" clId="{4A23A56D-FDDD-434E-B9CB-8DDFEF682DD0}" dt="2023-04-27T01:04:32.198" v="33446" actId="20577"/>
          <ac:spMkLst>
            <pc:docMk/>
            <pc:sldMk cId="3374738585" sldId="141169153"/>
            <ac:spMk id="38" creationId="{4B77634A-1684-82AE-10BB-F9A4D4D9054A}"/>
          </ac:spMkLst>
        </pc:spChg>
        <pc:spChg chg="add mod">
          <ac:chgData name="Masuda, Isamu (増田 勇)" userId="d3e5b3f7-6854-418d-836d-cdbffc4e55c6" providerId="ADAL" clId="{4A23A56D-FDDD-434E-B9CB-8DDFEF682DD0}" dt="2023-04-27T01:06:36.871" v="33564" actId="20577"/>
          <ac:spMkLst>
            <pc:docMk/>
            <pc:sldMk cId="3374738585" sldId="141169153"/>
            <ac:spMk id="39" creationId="{53102E44-6EFD-1065-D536-C7EA47ACE4A0}"/>
          </ac:spMkLst>
        </pc:spChg>
        <pc:spChg chg="add mod">
          <ac:chgData name="Masuda, Isamu (増田 勇)" userId="d3e5b3f7-6854-418d-836d-cdbffc4e55c6" providerId="ADAL" clId="{4A23A56D-FDDD-434E-B9CB-8DDFEF682DD0}" dt="2023-04-27T01:06:44.332" v="33569" actId="20577"/>
          <ac:spMkLst>
            <pc:docMk/>
            <pc:sldMk cId="3374738585" sldId="141169153"/>
            <ac:spMk id="40" creationId="{FF10144C-0F7E-366B-51D7-4A3D6C3FE2F7}"/>
          </ac:spMkLst>
        </pc:spChg>
        <pc:spChg chg="add mod">
          <ac:chgData name="Masuda, Isamu (増田 勇)" userId="d3e5b3f7-6854-418d-836d-cdbffc4e55c6" providerId="ADAL" clId="{4A23A56D-FDDD-434E-B9CB-8DDFEF682DD0}" dt="2023-04-27T01:06:48.417" v="33574" actId="20577"/>
          <ac:spMkLst>
            <pc:docMk/>
            <pc:sldMk cId="3374738585" sldId="141169153"/>
            <ac:spMk id="41" creationId="{2B8B6584-4C6D-089D-7D89-DF0E061A27EE}"/>
          </ac:spMkLst>
        </pc:spChg>
        <pc:spChg chg="add mod">
          <ac:chgData name="Masuda, Isamu (増田 勇)" userId="d3e5b3f7-6854-418d-836d-cdbffc4e55c6" providerId="ADAL" clId="{4A23A56D-FDDD-434E-B9CB-8DDFEF682DD0}" dt="2023-04-27T01:08:29.498" v="33637" actId="20577"/>
          <ac:spMkLst>
            <pc:docMk/>
            <pc:sldMk cId="3374738585" sldId="141169153"/>
            <ac:spMk id="42" creationId="{35A9D636-E4A4-B526-4917-F005AAF3FCB1}"/>
          </ac:spMkLst>
        </pc:spChg>
        <pc:spChg chg="add mod">
          <ac:chgData name="Masuda, Isamu (増田 勇)" userId="d3e5b3f7-6854-418d-836d-cdbffc4e55c6" providerId="ADAL" clId="{4A23A56D-FDDD-434E-B9CB-8DDFEF682DD0}" dt="2023-04-27T01:11:39.748" v="33756" actId="6549"/>
          <ac:spMkLst>
            <pc:docMk/>
            <pc:sldMk cId="3374738585" sldId="141169153"/>
            <ac:spMk id="43" creationId="{DB68B47A-04AC-51BA-A40F-4BF2DA977644}"/>
          </ac:spMkLst>
        </pc:spChg>
        <pc:spChg chg="add mod">
          <ac:chgData name="Masuda, Isamu (増田 勇)" userId="d3e5b3f7-6854-418d-836d-cdbffc4e55c6" providerId="ADAL" clId="{4A23A56D-FDDD-434E-B9CB-8DDFEF682DD0}" dt="2023-04-27T01:09:43.187" v="33729" actId="20577"/>
          <ac:spMkLst>
            <pc:docMk/>
            <pc:sldMk cId="3374738585" sldId="141169153"/>
            <ac:spMk id="44" creationId="{18F30A22-B6E6-74AF-8109-6DEDA1676252}"/>
          </ac:spMkLst>
        </pc:spChg>
        <pc:spChg chg="add mod">
          <ac:chgData name="Masuda, Isamu (増田 勇)" userId="d3e5b3f7-6854-418d-836d-cdbffc4e55c6" providerId="ADAL" clId="{4A23A56D-FDDD-434E-B9CB-8DDFEF682DD0}" dt="2023-04-27T01:02:19.494" v="33200" actId="20577"/>
          <ac:spMkLst>
            <pc:docMk/>
            <pc:sldMk cId="3374738585" sldId="141169153"/>
            <ac:spMk id="45" creationId="{318F1721-8B88-296F-C6FF-B3299FA5C415}"/>
          </ac:spMkLst>
        </pc:spChg>
        <pc:spChg chg="add mod">
          <ac:chgData name="Masuda, Isamu (増田 勇)" userId="d3e5b3f7-6854-418d-836d-cdbffc4e55c6" providerId="ADAL" clId="{4A23A56D-FDDD-434E-B9CB-8DDFEF682DD0}" dt="2023-04-27T01:03:02.327" v="33267" actId="20577"/>
          <ac:spMkLst>
            <pc:docMk/>
            <pc:sldMk cId="3374738585" sldId="141169153"/>
            <ac:spMk id="46" creationId="{58DEDB00-17EB-8E02-09BE-CC42F0BA45A8}"/>
          </ac:spMkLst>
        </pc:spChg>
        <pc:spChg chg="add mod">
          <ac:chgData name="Masuda, Isamu (増田 勇)" userId="d3e5b3f7-6854-418d-836d-cdbffc4e55c6" providerId="ADAL" clId="{4A23A56D-FDDD-434E-B9CB-8DDFEF682DD0}" dt="2023-04-27T01:02:30.720" v="33228" actId="20577"/>
          <ac:spMkLst>
            <pc:docMk/>
            <pc:sldMk cId="3374738585" sldId="141169153"/>
            <ac:spMk id="47" creationId="{C8A789A0-E133-5E1F-3C6E-6934B0056D94}"/>
          </ac:spMkLst>
        </pc:spChg>
        <pc:spChg chg="add mod">
          <ac:chgData name="Masuda, Isamu (増田 勇)" userId="d3e5b3f7-6854-418d-836d-cdbffc4e55c6" providerId="ADAL" clId="{4A23A56D-FDDD-434E-B9CB-8DDFEF682DD0}" dt="2023-04-27T01:03:26.325" v="33325" actId="20577"/>
          <ac:spMkLst>
            <pc:docMk/>
            <pc:sldMk cId="3374738585" sldId="141169153"/>
            <ac:spMk id="48" creationId="{472D7CD2-3568-D00C-1C05-8BCC3129A85C}"/>
          </ac:spMkLst>
        </pc:spChg>
        <pc:spChg chg="add mod">
          <ac:chgData name="Masuda, Isamu (増田 勇)" userId="d3e5b3f7-6854-418d-836d-cdbffc4e55c6" providerId="ADAL" clId="{4A23A56D-FDDD-434E-B9CB-8DDFEF682DD0}" dt="2023-04-27T01:11:27.154" v="33748" actId="20577"/>
          <ac:spMkLst>
            <pc:docMk/>
            <pc:sldMk cId="3374738585" sldId="141169153"/>
            <ac:spMk id="49" creationId="{72238E68-074A-6B56-4ACA-55E4CC2C0A0A}"/>
          </ac:spMkLst>
        </pc:spChg>
        <pc:spChg chg="add mod">
          <ac:chgData name="Masuda, Isamu (増田 勇)" userId="d3e5b3f7-6854-418d-836d-cdbffc4e55c6" providerId="ADAL" clId="{4A23A56D-FDDD-434E-B9CB-8DDFEF682DD0}" dt="2023-04-27T01:02:39.990" v="33258" actId="20577"/>
          <ac:spMkLst>
            <pc:docMk/>
            <pc:sldMk cId="3374738585" sldId="141169153"/>
            <ac:spMk id="50" creationId="{E7FFB61B-F9ED-3442-D97F-2038BA7B77D2}"/>
          </ac:spMkLst>
        </pc:spChg>
        <pc:grpChg chg="add del mod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4" creationId="{184396D2-DA49-A7F7-9EBC-80BD5F5B94C0}"/>
          </ac:grpSpMkLst>
        </pc:grpChg>
        <pc:grpChg chg="mod topLvl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11" creationId="{96ECBDF2-7B90-8A40-00D3-17AD2ACC7241}"/>
          </ac:grpSpMkLst>
        </pc:grpChg>
        <pc:grpChg chg="mod topLvl">
          <ac:chgData name="Masuda, Isamu (増田 勇)" userId="d3e5b3f7-6854-418d-836d-cdbffc4e55c6" providerId="ADAL" clId="{4A23A56D-FDDD-434E-B9CB-8DDFEF682DD0}" dt="2023-04-27T00:51:08.330" v="32859" actId="14100"/>
          <ac:grpSpMkLst>
            <pc:docMk/>
            <pc:sldMk cId="3374738585" sldId="141169153"/>
            <ac:grpSpMk id="12" creationId="{4B0B6C7F-1F22-F743-A075-CF2F776CBE36}"/>
          </ac:grpSpMkLst>
        </pc:grpChg>
        <pc:grpChg chg="add mod">
          <ac:chgData name="Masuda, Isamu (増田 勇)" userId="d3e5b3f7-6854-418d-836d-cdbffc4e55c6" providerId="ADAL" clId="{4A23A56D-FDDD-434E-B9CB-8DDFEF682DD0}" dt="2023-04-27T00:51:14.295" v="32860" actId="571"/>
          <ac:grpSpMkLst>
            <pc:docMk/>
            <pc:sldMk cId="3374738585" sldId="141169153"/>
            <ac:grpSpMk id="23" creationId="{CF98F18B-99C8-5D1F-23E6-DCC27824F812}"/>
          </ac:grpSpMkLst>
        </pc:grpChg>
        <pc:grpChg chg="add mod">
          <ac:chgData name="Masuda, Isamu (増田 勇)" userId="d3e5b3f7-6854-418d-836d-cdbffc4e55c6" providerId="ADAL" clId="{4A23A56D-FDDD-434E-B9CB-8DDFEF682DD0}" dt="2023-04-27T00:51:21.029" v="32863" actId="14100"/>
          <ac:grpSpMkLst>
            <pc:docMk/>
            <pc:sldMk cId="3374738585" sldId="141169153"/>
            <ac:grpSpMk id="26" creationId="{E17E9170-4F1A-976F-9E47-B39C47653E17}"/>
          </ac:grpSpMkLst>
        </pc:grpChg>
        <pc:grpChg chg="add mod">
          <ac:chgData name="Masuda, Isamu (増田 勇)" userId="d3e5b3f7-6854-418d-836d-cdbffc4e55c6" providerId="ADAL" clId="{4A23A56D-FDDD-434E-B9CB-8DDFEF682DD0}" dt="2023-04-27T00:52:03.552" v="32903" actId="571"/>
          <ac:grpSpMkLst>
            <pc:docMk/>
            <pc:sldMk cId="3374738585" sldId="141169153"/>
            <ac:grpSpMk id="29" creationId="{0B8CE2C5-5425-7EE1-18E0-8EAAB539AA57}"/>
          </ac:grpSpMkLst>
        </pc:grpChg>
        <pc:grpChg chg="add mod">
          <ac:chgData name="Masuda, Isamu (増田 勇)" userId="d3e5b3f7-6854-418d-836d-cdbffc4e55c6" providerId="ADAL" clId="{4A23A56D-FDDD-434E-B9CB-8DDFEF682DD0}" dt="2023-04-27T00:52:04.807" v="32904" actId="571"/>
          <ac:grpSpMkLst>
            <pc:docMk/>
            <pc:sldMk cId="3374738585" sldId="141169153"/>
            <ac:grpSpMk id="32" creationId="{083235E0-12C0-534E-7BE9-E6792641C75A}"/>
          </ac:grpSpMkLst>
        </pc:grp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1" creationId="{CEE85129-7464-0343-F920-EA0BA29FE674}"/>
          </ac:picMkLst>
        </pc:pic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2" creationId="{C622F199-FEC0-A9DD-E58D-D270958B8A6C}"/>
          </ac:picMkLst>
        </pc:pic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18" creationId="{8DDB3A39-2E56-E564-A5B0-ECC9D22CC6E8}"/>
          </ac:cxnSpMkLst>
        </pc:cxn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20" creationId="{086DA106-8358-E3BD-DAB3-ABB071D5CAFA}"/>
          </ac:cxnSpMkLst>
        </pc:cxnChg>
        <pc:cxnChg chg="mod">
          <ac:chgData name="Masuda, Isamu (増田 勇)" userId="d3e5b3f7-6854-418d-836d-cdbffc4e55c6" providerId="ADAL" clId="{4A23A56D-FDDD-434E-B9CB-8DDFEF682DD0}" dt="2023-04-27T00:51:14.295" v="32860" actId="571"/>
          <ac:cxnSpMkLst>
            <pc:docMk/>
            <pc:sldMk cId="3374738585" sldId="141169153"/>
            <ac:cxnSpMk id="25" creationId="{326DF020-878D-988B-8703-E3DEA12FB0DF}"/>
          </ac:cxnSpMkLst>
        </pc:cxnChg>
        <pc:cxnChg chg="mod">
          <ac:chgData name="Masuda, Isamu (増田 勇)" userId="d3e5b3f7-6854-418d-836d-cdbffc4e55c6" providerId="ADAL" clId="{4A23A56D-FDDD-434E-B9CB-8DDFEF682DD0}" dt="2023-04-27T00:51:16.761" v="32861" actId="571"/>
          <ac:cxnSpMkLst>
            <pc:docMk/>
            <pc:sldMk cId="3374738585" sldId="141169153"/>
            <ac:cxnSpMk id="28" creationId="{A68413C3-5DC2-15DC-FA4B-3DB16B10E3BE}"/>
          </ac:cxnSpMkLst>
        </pc:cxnChg>
        <pc:cxnChg chg="mod">
          <ac:chgData name="Masuda, Isamu (増田 勇)" userId="d3e5b3f7-6854-418d-836d-cdbffc4e55c6" providerId="ADAL" clId="{4A23A56D-FDDD-434E-B9CB-8DDFEF682DD0}" dt="2023-04-27T00:52:03.552" v="32903" actId="571"/>
          <ac:cxnSpMkLst>
            <pc:docMk/>
            <pc:sldMk cId="3374738585" sldId="141169153"/>
            <ac:cxnSpMk id="31" creationId="{C655CAE4-2F23-BE96-11F9-3E561416716C}"/>
          </ac:cxnSpMkLst>
        </pc:cxnChg>
        <pc:cxnChg chg="mod">
          <ac:chgData name="Masuda, Isamu (増田 勇)" userId="d3e5b3f7-6854-418d-836d-cdbffc4e55c6" providerId="ADAL" clId="{4A23A56D-FDDD-434E-B9CB-8DDFEF682DD0}" dt="2023-04-27T00:52:04.807" v="32904" actId="571"/>
          <ac:cxnSpMkLst>
            <pc:docMk/>
            <pc:sldMk cId="3374738585" sldId="141169153"/>
            <ac:cxnSpMk id="34" creationId="{D3EC3250-FAA2-4BE2-9D7D-2A668F678591}"/>
          </ac:cxnSpMkLst>
        </pc:cxnChg>
      </pc:sldChg>
    </pc:docChg>
  </pc:docChgLst>
  <pc:docChgLst>
    <pc:chgData name="Ito, Norihiko (伊藤 憲彦)" userId="5a8f3f76-8491-4b6e-9a40-fdada8eb586e" providerId="ADAL" clId="{FAFC666E-5C07-4C7F-A532-35EBBFA6B22F}"/>
    <pc:docChg chg="undo custSel addSld delSld modSld sldOrd">
      <pc:chgData name="Ito, Norihiko (伊藤 憲彦)" userId="5a8f3f76-8491-4b6e-9a40-fdada8eb586e" providerId="ADAL" clId="{FAFC666E-5C07-4C7F-A532-35EBBFA6B22F}" dt="2023-02-05T06:11:17.889" v="6438" actId="14100"/>
      <pc:docMkLst>
        <pc:docMk/>
      </pc:docMkLst>
      <pc:sldChg chg="modSp mod">
        <pc:chgData name="Ito, Norihiko (伊藤 憲彦)" userId="5a8f3f76-8491-4b6e-9a40-fdada8eb586e" providerId="ADAL" clId="{FAFC666E-5C07-4C7F-A532-35EBBFA6B22F}" dt="2023-02-04T17:13:58.356" v="1891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FAFC666E-5C07-4C7F-A532-35EBBFA6B22F}" dt="2023-02-04T17:13:58.356" v="1891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6:46:13.759" v="15" actId="553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3" creationId="{B1EEFEF5-232D-4A49-950C-59B3F2442796}"/>
          </ac:spMkLst>
        </pc:spChg>
        <pc:spChg chg="mod">
          <ac:chgData name="Ito, Norihiko (伊藤 憲彦)" userId="5a8f3f76-8491-4b6e-9a40-fdada8eb586e" providerId="ADAL" clId="{FAFC666E-5C07-4C7F-A532-35EBBFA6B22F}" dt="2023-02-04T16:46:06.346" v="14" actId="552"/>
          <ac:spMkLst>
            <pc:docMk/>
            <pc:sldMk cId="3021197836" sldId="11740"/>
            <ac:spMk id="4" creationId="{AE52258C-DB7B-4FA3-984A-4BC8B290904F}"/>
          </ac:spMkLst>
        </pc:spChg>
      </pc:sldChg>
      <pc:sldChg chg="addSp delSp modSp add mod">
        <pc:chgData name="Ito, Norihiko (伊藤 憲彦)" userId="5a8f3f76-8491-4b6e-9a40-fdada8eb586e" providerId="ADAL" clId="{FAFC666E-5C07-4C7F-A532-35EBBFA6B22F}" dt="2023-02-05T05:47:30.232" v="5251" actId="1036"/>
        <pc:sldMkLst>
          <pc:docMk/>
          <pc:sldMk cId="1029897718" sldId="11745"/>
        </pc:sldMkLst>
        <pc:spChg chg="mod">
          <ac:chgData name="Ito, Norihiko (伊藤 憲彦)" userId="5a8f3f76-8491-4b6e-9a40-fdada8eb586e" providerId="ADAL" clId="{FAFC666E-5C07-4C7F-A532-35EBBFA6B22F}" dt="2023-02-05T05:47:14.638" v="5240" actId="20577"/>
          <ac:spMkLst>
            <pc:docMk/>
            <pc:sldMk cId="1029897718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45:04.597" v="5159" actId="6549"/>
          <ac:spMkLst>
            <pc:docMk/>
            <pc:sldMk cId="1029897718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" creationId="{ABE029EE-9E40-1014-BEAD-D5027584B726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5" creationId="{19A4F003-5849-78D3-76FB-7CB8F5CE9FC7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6" creationId="{D49A8C69-6B37-601C-06E1-323773D2B0CD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7" creationId="{D1E7F30E-E4DE-DDF8-8556-4E00093F6C0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8" creationId="{D9D6CCC2-8A0E-4728-4A46-72ED784C32A7}"/>
          </ac:spMkLst>
        </pc:spChg>
        <pc:spChg chg="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9" creationId="{FE54D7AE-EEF2-DF9D-0165-948CCB3C1CA7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0" creationId="{ADC31B26-C0BF-2253-7E16-13BBD7C5856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1" creationId="{F086E760-B786-76E2-6475-9A3E9C1CB025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2" creationId="{6901B31C-8D5D-A001-0CE2-B1517422D339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3" creationId="{4FCDEFE5-9951-02F2-C7E1-E0934CB3E53A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4" creationId="{24D06698-564B-5DBD-F2D4-DAA04C4384BE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7" creationId="{B7F24DDF-3C73-9F42-53DF-09E31E49E6E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8" creationId="{2CE7AD56-B715-E583-F158-D74BB7E8C110}"/>
          </ac:spMkLst>
        </pc:spChg>
        <pc:spChg chg="add del mod">
          <ac:chgData name="Ito, Norihiko (伊藤 憲彦)" userId="5a8f3f76-8491-4b6e-9a40-fdada8eb586e" providerId="ADAL" clId="{FAFC666E-5C07-4C7F-A532-35EBBFA6B22F}" dt="2023-02-05T05:27:42.859" v="3589" actId="478"/>
          <ac:spMkLst>
            <pc:docMk/>
            <pc:sldMk cId="1029897718" sldId="11745"/>
            <ac:spMk id="20" creationId="{4660DE05-A599-1D1F-EFD1-8AA24EC9B8B9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1" creationId="{01963584-D405-08FC-86AF-238853618FB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2" creationId="{CC8D6C7A-8236-2CF7-1742-689A92A32BA2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3" creationId="{BC1552FE-BC9C-2C29-D721-7E7798700762}"/>
          </ac:spMkLst>
        </pc:spChg>
        <pc:spChg chg="add 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24" creationId="{5A913024-2631-1A69-6173-FA2B0D1D71CC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7" creationId="{232D0531-52FD-6805-25D6-B68DF64CA0C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8" creationId="{089ED668-BAE6-08A2-C9CA-688F5EEF77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9" creationId="{B4522F6D-CC53-CD09-5E0E-5FEFB0E9C9E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6" creationId="{B9BAD8E3-2CCA-29D7-352E-8B42F88BC7B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7" creationId="{4B009320-6D9C-0EC9-A87A-3A58FD426DB5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8" creationId="{F738232D-8F1B-4C29-6231-59C172955D7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9" creationId="{56B8F7D0-30D6-C00C-1147-A00B90F634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0" creationId="{6B40EB56-C8E0-6F82-3EC6-E2A4F27EB39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1" creationId="{8ABDFA57-A2FB-391D-31C7-17339D8DC5CF}"/>
          </ac:spMkLst>
        </pc:spChg>
        <pc:grpChg chg="add mod">
          <ac:chgData name="Ito, Norihiko (伊藤 憲彦)" userId="5a8f3f76-8491-4b6e-9a40-fdada8eb586e" providerId="ADAL" clId="{FAFC666E-5C07-4C7F-A532-35EBBFA6B22F}" dt="2023-02-05T05:47:30.232" v="5251" actId="1036"/>
          <ac:grpSpMkLst>
            <pc:docMk/>
            <pc:sldMk cId="1029897718" sldId="11745"/>
            <ac:grpSpMk id="42" creationId="{5E9D6EE8-9FDC-DE0E-28AC-AAE534527DD9}"/>
          </ac:grpSpMkLst>
        </pc:grpChg>
        <pc:picChg chg="add del mod">
          <ac:chgData name="Ito, Norihiko (伊藤 憲彦)" userId="5a8f3f76-8491-4b6e-9a40-fdada8eb586e" providerId="ADAL" clId="{FAFC666E-5C07-4C7F-A532-35EBBFA6B22F}" dt="2023-02-05T05:27:45.845" v="3590" actId="478"/>
          <ac:picMkLst>
            <pc:docMk/>
            <pc:sldMk cId="1029897718" sldId="11745"/>
            <ac:picMk id="15" creationId="{960F77CA-0045-5BE0-26ED-CCFC6F06245E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6" creationId="{3C66177A-7B81-FFF4-ACF1-1675247BEC68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9" creationId="{2027DE8E-2B0D-6EC9-E2D7-8CBB32D70866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5" creationId="{D9501B99-F33B-C3DE-D02C-60DC280452C5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6" creationId="{769C3484-7B23-CF90-EA99-0043FB3388CC}"/>
          </ac:picMkLst>
        </pc:picChg>
        <pc:picChg chg="add del mod">
          <ac:chgData name="Ito, Norihiko (伊藤 憲彦)" userId="5a8f3f76-8491-4b6e-9a40-fdada8eb586e" providerId="ADAL" clId="{FAFC666E-5C07-4C7F-A532-35EBBFA6B22F}" dt="2023-02-05T05:37:02.062" v="4528" actId="478"/>
          <ac:picMkLst>
            <pc:docMk/>
            <pc:sldMk cId="1029897718" sldId="11745"/>
            <ac:picMk id="30" creationId="{032B2750-2F60-2F7C-F9EB-F1B3134049C9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1" creationId="{F58E4F50-D0CF-547E-70F5-068F143A9938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2" creationId="{321C09BC-3B8F-DF41-9DA1-06C34EB0BC8E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3" creationId="{D48A9C9E-AD8F-D120-D1CE-51691CDE77A3}"/>
          </ac:picMkLst>
        </pc:picChg>
        <pc:picChg chg="add del mod">
          <ac:chgData name="Ito, Norihiko (伊藤 憲彦)" userId="5a8f3f76-8491-4b6e-9a40-fdada8eb586e" providerId="ADAL" clId="{FAFC666E-5C07-4C7F-A532-35EBBFA6B22F}" dt="2023-02-05T05:37:15.522" v="4531" actId="478"/>
          <ac:picMkLst>
            <pc:docMk/>
            <pc:sldMk cId="1029897718" sldId="11745"/>
            <ac:picMk id="34" creationId="{94FA627F-D08C-233B-4644-F0F65A144756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5" creationId="{28568811-1F29-6904-B9E5-C760BB300622}"/>
          </ac:picMkLst>
        </pc:picChg>
      </pc:sldChg>
      <pc:sldChg chg="addSp delSp 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FAFC666E-5C07-4C7F-A532-35EBBFA6B22F}" dt="2023-02-04T16:54:30.011" v="592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8:50.877" v="1287"/>
          <ac:spMkLst>
            <pc:docMk/>
            <pc:sldMk cId="3725738145" sldId="11745"/>
            <ac:spMk id="3" creationId="{066CBCDC-9B3E-4A79-A544-DA5F345E8F1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27.111" v="1526" actId="12788"/>
          <ac:spMkLst>
            <pc:docMk/>
            <pc:sldMk cId="3725738145" sldId="11745"/>
            <ac:spMk id="4" creationId="{ABE029EE-9E40-1014-BEAD-D5027584B726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5" creationId="{19A4F003-5849-78D3-76FB-7CB8F5CE9FC7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6" creationId="{D49A8C69-6B37-601C-06E1-323773D2B0CD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7" creationId="{D1E7F30E-E4DE-DDF8-8556-4E00093F6C0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53.489" v="1563" actId="12788"/>
          <ac:spMkLst>
            <pc:docMk/>
            <pc:sldMk cId="3725738145" sldId="11745"/>
            <ac:spMk id="8" creationId="{D9D6CCC2-8A0E-4728-4A46-72ED784C32A7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9" creationId="{FE54D7AE-EEF2-DF9D-0165-948CCB3C1CA7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1" creationId="{F086E760-B786-76E2-6475-9A3E9C1CB025}"/>
          </ac:spMkLst>
        </pc:spChg>
        <pc:spChg chg="add mod">
          <ac:chgData name="Ito, Norihiko (伊藤 憲彦)" userId="5a8f3f76-8491-4b6e-9a40-fdada8eb586e" providerId="ADAL" clId="{FAFC666E-5C07-4C7F-A532-35EBBFA6B22F}" dt="2023-02-04T17:02:22.165" v="1614" actId="12788"/>
          <ac:spMkLst>
            <pc:docMk/>
            <pc:sldMk cId="3725738145" sldId="11745"/>
            <ac:spMk id="12" creationId="{6901B31C-8D5D-A001-0CE2-B1517422D339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3" creationId="{4FCDEFE5-9951-02F2-C7E1-E0934CB3E53A}"/>
          </ac:spMkLst>
        </pc:spChg>
        <pc:spChg chg="add del">
          <ac:chgData name="Ito, Norihiko (伊藤 憲彦)" userId="5a8f3f76-8491-4b6e-9a40-fdada8eb586e" providerId="ADAL" clId="{FAFC666E-5C07-4C7F-A532-35EBBFA6B22F}" dt="2023-02-04T17:02:45.690" v="1616" actId="478"/>
          <ac:spMkLst>
            <pc:docMk/>
            <pc:sldMk cId="3725738145" sldId="11745"/>
            <ac:spMk id="14" creationId="{0AA5C88D-EB47-F850-C684-200D7B0F3C7E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FAFC666E-5C07-4C7F-A532-35EBBFA6B22F}" dt="2023-02-04T17:01:16.537" v="1502" actId="165"/>
          <ac:grpSpMkLst>
            <pc:docMk/>
            <pc:sldMk cId="3725738145" sldId="11745"/>
            <ac:grpSpMk id="10" creationId="{76D98FCC-ECCD-30D9-54DE-F2A87EDE8CFF}"/>
          </ac:grpSpMkLst>
        </pc:grp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6" creationId="{3C66177A-7B81-FFF4-ACF1-1675247BEC68}"/>
          </ac:picMkLst>
        </pc:pic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9" creationId="{2027DE8E-2B0D-6EC9-E2D7-8CBB32D70866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30" creationId="{9FBEC427-E42D-BEAD-4B5E-FA1A1378134E}"/>
          </ac:picMkLst>
        </pc:picChg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171659261" sldId="141168816"/>
        </pc:sldMkLst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4041117386" sldId="141168908"/>
        </pc:sldMkLst>
      </pc:sldChg>
      <pc:sldChg chg="addSp delSp modSp mod">
        <pc:chgData name="Ito, Norihiko (伊藤 憲彦)" userId="5a8f3f76-8491-4b6e-9a40-fdada8eb586e" providerId="ADAL" clId="{FAFC666E-5C07-4C7F-A532-35EBBFA6B22F}" dt="2023-02-05T06:11:17.889" v="6438" actId="14100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FAFC666E-5C07-4C7F-A532-35EBBFA6B22F}" dt="2023-02-05T06:06:36.697" v="6146" actId="6549"/>
          <ac:spMkLst>
            <pc:docMk/>
            <pc:sldMk cId="502378239" sldId="141169104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FAFC666E-5C07-4C7F-A532-35EBBFA6B22F}" dt="2023-02-05T06:11:17.889" v="6438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FAFC666E-5C07-4C7F-A532-35EBBFA6B22F}" dt="2023-02-05T06:03:41.467" v="5963" actId="1076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0" creationId="{9F559D1E-4848-2FF4-5DC9-929D25B1A2B5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FAFC666E-5C07-4C7F-A532-35EBBFA6B22F}" dt="2023-02-05T06:07:22.820" v="6153" actId="1036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FAFC666E-5C07-4C7F-A532-35EBBFA6B22F}" dt="2023-02-05T06:03:41.627" v="5964" actId="14100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FAFC666E-5C07-4C7F-A532-35EBBFA6B22F}" dt="2023-02-05T06:00:08.391" v="5693" actId="165"/>
          <ac:spMkLst>
            <pc:docMk/>
            <pc:sldMk cId="502378239" sldId="141169104"/>
            <ac:spMk id="17" creationId="{B454C526-3B3F-31EB-8143-EA69104A06A4}"/>
          </ac:spMkLst>
        </pc:spChg>
        <pc:spChg chg="del mod">
          <ac:chgData name="Ito, Norihiko (伊藤 憲彦)" userId="5a8f3f76-8491-4b6e-9a40-fdada8eb586e" providerId="ADAL" clId="{FAFC666E-5C07-4C7F-A532-35EBBFA6B22F}" dt="2023-02-05T05:51:00.311" v="5343" actId="478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7" creationId="{9F6DB41E-3EFB-EEB7-68BD-1091ED885DC9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8" creationId="{9C4A17BA-2FE4-C2EC-F074-741B3BBA75EA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36" creationId="{0DC6328F-0EC0-52D5-2CB0-09C2FF7B2EFB}"/>
          </ac:spMkLst>
        </pc:spChg>
        <pc:spChg chg="add 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38" creationId="{3880FAF3-4699-F7D3-DC06-592DC2917F92}"/>
          </ac:spMkLst>
        </pc:spChg>
        <pc:spChg chg="add 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40" creationId="{BB44C2C3-993B-C209-DA88-77A7ABE63FD0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8:09.076" v="6160"/>
          <ac:spMkLst>
            <pc:docMk/>
            <pc:sldMk cId="502378239" sldId="141169104"/>
            <ac:spMk id="41" creationId="{172B7D60-D2A4-4E04-C9EC-DFB7CDE1F8C0}"/>
          </ac:spMkLst>
        </pc:spChg>
        <pc:spChg chg="add mod">
          <ac:chgData name="Ito, Norihiko (伊藤 憲彦)" userId="5a8f3f76-8491-4b6e-9a40-fdada8eb586e" providerId="ADAL" clId="{FAFC666E-5C07-4C7F-A532-35EBBFA6B22F}" dt="2023-02-05T06:11:12.010" v="6437" actId="1035"/>
          <ac:spMkLst>
            <pc:docMk/>
            <pc:sldMk cId="502378239" sldId="141169104"/>
            <ac:spMk id="97" creationId="{81780ADF-7A98-F14B-9862-C299F4B9A92A}"/>
          </ac:spMkLst>
        </pc:spChg>
        <pc:grpChg chg="del">
          <ac:chgData name="Ito, Norihiko (伊藤 憲彦)" userId="5a8f3f76-8491-4b6e-9a40-fdada8eb586e" providerId="ADAL" clId="{FAFC666E-5C07-4C7F-A532-35EBBFA6B22F}" dt="2023-02-05T05:51:15.119" v="5345" actId="165"/>
          <ac:grpSpMkLst>
            <pc:docMk/>
            <pc:sldMk cId="502378239" sldId="141169104"/>
            <ac:grpSpMk id="5" creationId="{805FF8A2-0203-977F-D5E9-D9A9EF83145D}"/>
          </ac:grpSpMkLst>
        </pc:grpChg>
        <pc:grpChg chg="del mod topLvl">
          <ac:chgData name="Ito, Norihiko (伊藤 憲彦)" userId="5a8f3f76-8491-4b6e-9a40-fdada8eb586e" providerId="ADAL" clId="{FAFC666E-5C07-4C7F-A532-35EBBFA6B22F}" dt="2023-02-05T05:51:33.186" v="5348" actId="165"/>
          <ac:grpSpMkLst>
            <pc:docMk/>
            <pc:sldMk cId="502378239" sldId="141169104"/>
            <ac:grpSpMk id="6" creationId="{84EA106A-B171-4DFD-E9AC-48E948896A90}"/>
          </ac:grpSpMkLst>
        </pc:grpChg>
        <pc:grpChg chg="add del mod">
          <ac:chgData name="Ito, Norihiko (伊藤 憲彦)" userId="5a8f3f76-8491-4b6e-9a40-fdada8eb586e" providerId="ADAL" clId="{FAFC666E-5C07-4C7F-A532-35EBBFA6B22F}" dt="2023-02-05T06:00:08.391" v="5693" actId="165"/>
          <ac:grpSpMkLst>
            <pc:docMk/>
            <pc:sldMk cId="502378239" sldId="141169104"/>
            <ac:grpSpMk id="80" creationId="{18650022-9257-6AE9-8887-642BF16344BF}"/>
          </ac:grpSpMkLst>
        </pc:grp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FAFC666E-5C07-4C7F-A532-35EBBFA6B22F}" dt="2023-02-05T06:03:41.627" v="5964" actId="14100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9" creationId="{6DF91F28-0AF9-40A9-53D5-6C6B662BF8E7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FAFC666E-5C07-4C7F-A532-35EBBFA6B22F}" dt="2023-02-05T05:51:07.226" v="5344" actId="478"/>
          <ac:cxnSpMkLst>
            <pc:docMk/>
            <pc:sldMk cId="502378239" sldId="141169104"/>
            <ac:cxnSpMk id="39" creationId="{44667A1D-94FE-FE2D-F24E-B89585C490B1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modSp mod">
        <pc:chgData name="Ito, Norihiko (伊藤 憲彦)" userId="5a8f3f76-8491-4b6e-9a40-fdada8eb586e" providerId="ADAL" clId="{FAFC666E-5C07-4C7F-A532-35EBBFA6B22F}" dt="2023-02-04T17:46:33.918" v="2462" actId="141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FAFC666E-5C07-4C7F-A532-35EBBFA6B22F}" dt="2023-02-04T17:46:30.030" v="2461" actId="12789"/>
          <ac:spMkLst>
            <pc:docMk/>
            <pc:sldMk cId="1304378143" sldId="141169105"/>
            <ac:spMk id="5" creationId="{129DA5B2-4FE2-39A5-B6FD-42101E9B5EC7}"/>
          </ac:spMkLst>
        </pc:spChg>
        <pc:spChg chg="mod">
          <ac:chgData name="Ito, Norihiko (伊藤 憲彦)" userId="5a8f3f76-8491-4b6e-9a40-fdada8eb586e" providerId="ADAL" clId="{FAFC666E-5C07-4C7F-A532-35EBBFA6B22F}" dt="2023-02-04T17:46:33.918" v="2462" actId="14100"/>
          <ac:spMkLst>
            <pc:docMk/>
            <pc:sldMk cId="1304378143" sldId="141169105"/>
            <ac:spMk id="6" creationId="{6E8A92C3-FDC3-19AB-C146-36D5A89DCAB7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611610932" sldId="141169107"/>
        </pc:sldMkLst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FAFC666E-5C07-4C7F-A532-35EBBFA6B22F}" dt="2023-02-04T17:10:05.934" v="1724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3:19.911" v="529" actId="6549"/>
          <ac:spMkLst>
            <pc:docMk/>
            <pc:sldMk cId="1733306925" sldId="141169107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5T05:25:34.207" v="3554" actId="654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FAFC666E-5C07-4C7F-A532-35EBBFA6B22F}" dt="2023-02-05T05:25:34.207" v="3554" actId="6549"/>
          <ac:spMkLst>
            <pc:docMk/>
            <pc:sldMk cId="2314586050" sldId="14116910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5:08.467" v="3495"/>
          <ac:spMkLst>
            <pc:docMk/>
            <pc:sldMk cId="2314586050" sldId="141169108"/>
            <ac:spMk id="24" creationId="{88BB60F4-90D6-F4C9-AF72-1468C26DEF5B}"/>
          </ac:spMkLst>
        </pc:spChg>
        <pc:spChg chg="mod">
          <ac:chgData name="Ito, Norihiko (伊藤 憲彦)" userId="5a8f3f76-8491-4b6e-9a40-fdada8eb586e" providerId="ADAL" clId="{FAFC666E-5C07-4C7F-A532-35EBBFA6B22F}" dt="2023-02-05T05:24:23.390" v="3443"/>
          <ac:spMkLst>
            <pc:docMk/>
            <pc:sldMk cId="2314586050" sldId="141169108"/>
            <ac:spMk id="46" creationId="{E8CBFDAE-8610-86B5-7C68-574F28AEBE97}"/>
          </ac:spMkLst>
        </pc:spChg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FAFC666E-5C07-4C7F-A532-35EBBFA6B22F}" dt="2023-02-04T17:10:38.182" v="1761"/>
          <ac:spMkLst>
            <pc:docMk/>
            <pc:sldMk cId="292433437" sldId="141169109"/>
            <ac:spMk id="2" creationId="{74DA7157-83E3-4C31-AD3F-CB90DD2A7DE1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2460892657" sldId="141169109"/>
        </pc:sldMkLst>
      </pc:sldChg>
      <pc:sldChg chg="modSp mod">
        <pc:chgData name="Ito, Norihiko (伊藤 憲彦)" userId="5a8f3f76-8491-4b6e-9a40-fdada8eb586e" providerId="ADAL" clId="{FAFC666E-5C07-4C7F-A532-35EBBFA6B22F}" dt="2023-02-05T05:22:23.536" v="3363" actId="6549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FAFC666E-5C07-4C7F-A532-35EBBFA6B22F}" dt="2023-02-04T17:28:48.350" v="2032" actId="20577"/>
          <ac:spMkLst>
            <pc:docMk/>
            <pc:sldMk cId="1138549799" sldId="141169110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21:19.595" v="3331" actId="554"/>
          <ac:spMkLst>
            <pc:docMk/>
            <pc:sldMk cId="1138549799" sldId="141169110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1" creationId="{30916650-0FB8-812F-BCA0-2C5BF1C97453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2" creationId="{A5CBE05E-9F9E-00DD-8A49-51DF48632D79}"/>
          </ac:spMkLst>
        </pc:spChg>
        <pc:spChg chg="mod">
          <ac:chgData name="Ito, Norihiko (伊藤 憲彦)" userId="5a8f3f76-8491-4b6e-9a40-fdada8eb586e" providerId="ADAL" clId="{FAFC666E-5C07-4C7F-A532-35EBBFA6B22F}" dt="2023-02-05T05:21:37.170" v="3335" actId="1076"/>
          <ac:spMkLst>
            <pc:docMk/>
            <pc:sldMk cId="1138549799" sldId="141169110"/>
            <ac:spMk id="24" creationId="{7B3AC83F-BD15-DDE6-E07A-560C2CA5AF2A}"/>
          </ac:spMkLst>
        </pc:spChg>
        <pc:spChg chg="mod">
          <ac:chgData name="Ito, Norihiko (伊藤 憲彦)" userId="5a8f3f76-8491-4b6e-9a40-fdada8eb586e" providerId="ADAL" clId="{FAFC666E-5C07-4C7F-A532-35EBBFA6B22F}" dt="2023-02-05T05:22:23.536" v="3363" actId="6549"/>
          <ac:spMkLst>
            <pc:docMk/>
            <pc:sldMk cId="1138549799" sldId="141169110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FAFC666E-5C07-4C7F-A532-35EBBFA6B22F}" dt="2023-02-05T05:21:31.185" v="3334" actId="20577"/>
          <ac:spMkLst>
            <pc:docMk/>
            <pc:sldMk cId="1138549799" sldId="141169110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FAFC666E-5C07-4C7F-A532-35EBBFA6B22F}" dt="2023-02-05T05:21:56.344" v="3359" actId="6549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7:27:18.673" v="2022" actId="6549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FAFC666E-5C07-4C7F-A532-35EBBFA6B22F}" dt="2023-02-04T17:27:18.673" v="2022" actId="6549"/>
          <ac:spMkLst>
            <pc:docMk/>
            <pc:sldMk cId="3272460462" sldId="141169115"/>
            <ac:spMk id="2" creationId="{74DA7157-83E3-4C31-AD3F-CB90DD2A7DE1}"/>
          </ac:spMkLst>
        </pc:spChg>
      </pc:sldChg>
      <pc:sldChg chg="modSp mod ord">
        <pc:chgData name="Ito, Norihiko (伊藤 憲彦)" userId="5a8f3f76-8491-4b6e-9a40-fdada8eb586e" providerId="ADAL" clId="{FAFC666E-5C07-4C7F-A532-35EBBFA6B22F}" dt="2023-02-04T17:44:27.790" v="2456" actId="20577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FAFC666E-5C07-4C7F-A532-35EBBFA6B22F}" dt="2023-02-04T17:35:21.611" v="2184" actId="207"/>
          <ac:spMkLst>
            <pc:docMk/>
            <pc:sldMk cId="1052211031" sldId="141169116"/>
            <ac:spMk id="10" creationId="{259B45D9-A879-8B52-DF78-086C2813F089}"/>
          </ac:spMkLst>
        </pc:spChg>
        <pc:spChg chg="mod">
          <ac:chgData name="Ito, Norihiko (伊藤 憲彦)" userId="5a8f3f76-8491-4b6e-9a40-fdada8eb586e" providerId="ADAL" clId="{FAFC666E-5C07-4C7F-A532-35EBBFA6B22F}" dt="2023-02-04T17:35:21.188" v="2183" actId="207"/>
          <ac:spMkLst>
            <pc:docMk/>
            <pc:sldMk cId="1052211031" sldId="141169116"/>
            <ac:spMk id="11" creationId="{9E00D619-2B9C-FE46-77B5-41B1C163F73A}"/>
          </ac:spMkLst>
        </pc:spChg>
        <pc:spChg chg="mod">
          <ac:chgData name="Ito, Norihiko (伊藤 憲彦)" userId="5a8f3f76-8491-4b6e-9a40-fdada8eb586e" providerId="ADAL" clId="{FAFC666E-5C07-4C7F-A532-35EBBFA6B22F}" dt="2023-02-04T17:42:20.812" v="2402" actId="6549"/>
          <ac:spMkLst>
            <pc:docMk/>
            <pc:sldMk cId="1052211031" sldId="141169116"/>
            <ac:spMk id="19" creationId="{0D518381-7C4B-25F1-DE02-C204457F2046}"/>
          </ac:spMkLst>
        </pc:spChg>
        <pc:spChg chg="mod">
          <ac:chgData name="Ito, Norihiko (伊藤 憲彦)" userId="5a8f3f76-8491-4b6e-9a40-fdada8eb586e" providerId="ADAL" clId="{FAFC666E-5C07-4C7F-A532-35EBBFA6B22F}" dt="2023-02-04T17:39:15.941" v="2220" actId="113"/>
          <ac:spMkLst>
            <pc:docMk/>
            <pc:sldMk cId="1052211031" sldId="141169116"/>
            <ac:spMk id="20" creationId="{BD34CED6-6C38-6D9A-68ED-A51FCA2CF8E8}"/>
          </ac:spMkLst>
        </pc:spChg>
        <pc:spChg chg="mod">
          <ac:chgData name="Ito, Norihiko (伊藤 憲彦)" userId="5a8f3f76-8491-4b6e-9a40-fdada8eb586e" providerId="ADAL" clId="{FAFC666E-5C07-4C7F-A532-35EBBFA6B22F}" dt="2023-02-04T17:44:27.790" v="2456" actId="20577"/>
          <ac:spMkLst>
            <pc:docMk/>
            <pc:sldMk cId="1052211031" sldId="141169116"/>
            <ac:spMk id="26" creationId="{BD4E24EE-F1C0-D939-5947-B45BEC43CFD6}"/>
          </ac:spMkLst>
        </pc:spChg>
        <pc:spChg chg="mod">
          <ac:chgData name="Ito, Norihiko (伊藤 憲彦)" userId="5a8f3f76-8491-4b6e-9a40-fdada8eb586e" providerId="ADAL" clId="{FAFC666E-5C07-4C7F-A532-35EBBFA6B22F}" dt="2023-02-04T17:43:53.509" v="2430"/>
          <ac:spMkLst>
            <pc:docMk/>
            <pc:sldMk cId="1052211031" sldId="141169116"/>
            <ac:spMk id="27" creationId="{D0767820-26D7-627A-D6B1-F3D7889C1F28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150249222" sldId="141169117"/>
        </pc:sldMkLst>
      </pc:sldChg>
      <pc:sldChg chg="modSp add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784395535" sldId="141169117"/>
        </pc:sldMkLst>
        <pc:spChg chg="mod">
          <ac:chgData name="Ito, Norihiko (伊藤 憲彦)" userId="5a8f3f76-8491-4b6e-9a40-fdada8eb586e" providerId="ADAL" clId="{FAFC666E-5C07-4C7F-A532-35EBBFA6B22F}" dt="2023-02-04T17:09:13.383" v="1688"/>
          <ac:spMkLst>
            <pc:docMk/>
            <pc:sldMk cId="784395535" sldId="141169117"/>
            <ac:spMk id="2" creationId="{74DA7157-83E3-4C31-AD3F-CB90DD2A7DE1}"/>
          </ac:spMkLst>
        </pc:spChg>
      </pc:sldChg>
      <pc:sldChg chg="modSp new del mod">
        <pc:chgData name="Ito, Norihiko (伊藤 憲彦)" userId="5a8f3f76-8491-4b6e-9a40-fdada8eb586e" providerId="ADAL" clId="{FAFC666E-5C07-4C7F-A532-35EBBFA6B22F}" dt="2023-02-04T17:28:45.056" v="2029" actId="47"/>
        <pc:sldMkLst>
          <pc:docMk/>
          <pc:sldMk cId="1838367519" sldId="141169118"/>
        </pc:sldMkLst>
        <pc:spChg chg="mod">
          <ac:chgData name="Ito, Norihiko (伊藤 憲彦)" userId="5a8f3f76-8491-4b6e-9a40-fdada8eb586e" providerId="ADAL" clId="{FAFC666E-5C07-4C7F-A532-35EBBFA6B22F}" dt="2023-02-04T17:13:04.415" v="1854"/>
          <ac:spMkLst>
            <pc:docMk/>
            <pc:sldMk cId="1838367519" sldId="141169118"/>
            <ac:spMk id="2" creationId="{A421D82D-9954-1183-3B28-F63DCCB46E06}"/>
          </ac:spMkLst>
        </pc:spChg>
      </pc:sldChg>
      <pc:sldChg chg="modSp add del mod">
        <pc:chgData name="Ito, Norihiko (伊藤 憲彦)" userId="5a8f3f76-8491-4b6e-9a40-fdada8eb586e" providerId="ADAL" clId="{FAFC666E-5C07-4C7F-A532-35EBBFA6B22F}" dt="2023-02-04T17:27:04.490" v="2004" actId="47"/>
        <pc:sldMkLst>
          <pc:docMk/>
          <pc:sldMk cId="4026044415" sldId="141169119"/>
        </pc:sldMkLst>
        <pc:spChg chg="mod">
          <ac:chgData name="Ito, Norihiko (伊藤 憲彦)" userId="5a8f3f76-8491-4b6e-9a40-fdada8eb586e" providerId="ADAL" clId="{FAFC666E-5C07-4C7F-A532-35EBBFA6B22F}" dt="2023-02-04T17:26:59.563" v="2003"/>
          <ac:spMkLst>
            <pc:docMk/>
            <pc:sldMk cId="4026044415" sldId="141169119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47.270" v="2510" actId="404"/>
        <pc:sldMkLst>
          <pc:docMk/>
          <pc:sldMk cId="968043928" sldId="141169120"/>
        </pc:sldMkLst>
        <pc:spChg chg="mod">
          <ac:chgData name="Ito, Norihiko (伊藤 憲彦)" userId="5a8f3f76-8491-4b6e-9a40-fdada8eb586e" providerId="ADAL" clId="{FAFC666E-5C07-4C7F-A532-35EBBFA6B22F}" dt="2023-02-04T17:48:47.270" v="2510" actId="404"/>
          <ac:spMkLst>
            <pc:docMk/>
            <pc:sldMk cId="968043928" sldId="141169120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58.969" v="2513" actId="403"/>
        <pc:sldMkLst>
          <pc:docMk/>
          <pc:sldMk cId="3572875671" sldId="141169121"/>
        </pc:sldMkLst>
        <pc:spChg chg="mod">
          <ac:chgData name="Ito, Norihiko (伊藤 憲彦)" userId="5a8f3f76-8491-4b6e-9a40-fdada8eb586e" providerId="ADAL" clId="{FAFC666E-5C07-4C7F-A532-35EBBFA6B22F}" dt="2023-02-04T17:48:58.969" v="2513" actId="403"/>
          <ac:spMkLst>
            <pc:docMk/>
            <pc:sldMk cId="3572875671" sldId="141169121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36.360" v="2505" actId="403"/>
        <pc:sldMkLst>
          <pc:docMk/>
          <pc:sldMk cId="99012383" sldId="141169122"/>
        </pc:sldMkLst>
        <pc:spChg chg="mod">
          <ac:chgData name="Ito, Norihiko (伊藤 憲彦)" userId="5a8f3f76-8491-4b6e-9a40-fdada8eb586e" providerId="ADAL" clId="{FAFC666E-5C07-4C7F-A532-35EBBFA6B22F}" dt="2023-02-04T17:48:36.360" v="2505" actId="403"/>
          <ac:spMkLst>
            <pc:docMk/>
            <pc:sldMk cId="99012383" sldId="141169122"/>
            <ac:spMk id="2" creationId="{A421D82D-9954-1183-3B28-F63DCCB46E06}"/>
          </ac:spMkLst>
        </pc:spChg>
      </pc:sldChg>
      <pc:sldChg chg="addSp delSp modSp add mod ord">
        <pc:chgData name="Ito, Norihiko (伊藤 憲彦)" userId="5a8f3f76-8491-4b6e-9a40-fdada8eb586e" providerId="ADAL" clId="{FAFC666E-5C07-4C7F-A532-35EBBFA6B22F}" dt="2023-02-04T17:50:44.807" v="2667" actId="1076"/>
        <pc:sldMkLst>
          <pc:docMk/>
          <pc:sldMk cId="1794938527" sldId="141169123"/>
        </pc:sldMkLst>
        <pc:spChg chg="mod">
          <ac:chgData name="Ito, Norihiko (伊藤 憲彦)" userId="5a8f3f76-8491-4b6e-9a40-fdada8eb586e" providerId="ADAL" clId="{FAFC666E-5C07-4C7F-A532-35EBBFA6B22F}" dt="2023-02-04T17:50:14.808" v="2658"/>
          <ac:spMkLst>
            <pc:docMk/>
            <pc:sldMk cId="1794938527" sldId="141169123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6" creationId="{6E8A92C3-FDC3-19AB-C146-36D5A89DCAB7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7" creationId="{53D80B9B-C58A-F1E7-FE05-9A0BF449A298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8" creationId="{8C4CC381-D379-2DC2-46DF-D75DE465817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14" creationId="{EA07ED84-6CB5-A9DD-CB94-EB5C003A06C0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1" creationId="{76CC85C2-1E12-0408-9EA6-0D331B5F6AF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2" creationId="{67C6B3E3-D11C-47F5-477A-B1121C0AAA8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6" creationId="{98D63D2F-E193-AC7A-2B65-37F04ED9AA5E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5" creationId="{913C6269-7A9E-667F-0D82-213A01CF2C8E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6" creationId="{DA4EB381-4F0C-5F7E-9590-F2F69C50D3B1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8" creationId="{31A41F61-1DB3-DBAA-2EAD-DCA046C17ACF}"/>
          </ac:spMkLst>
        </pc:spChg>
      </pc:sldChg>
      <pc:sldChg chg="addSp delSp modSp add del mod delAnim modAnim">
        <pc:chgData name="Ito, Norihiko (伊藤 憲彦)" userId="5a8f3f76-8491-4b6e-9a40-fdada8eb586e" providerId="ADAL" clId="{FAFC666E-5C07-4C7F-A532-35EBBFA6B22F}" dt="2023-02-04T17:26:19.752" v="1917" actId="47"/>
        <pc:sldMkLst>
          <pc:docMk/>
          <pc:sldMk cId="3959609709" sldId="141169201"/>
        </pc:sldMkLst>
        <pc:picChg chg="add del mod">
          <ac:chgData name="Ito, Norihiko (伊藤 憲彦)" userId="5a8f3f76-8491-4b6e-9a40-fdada8eb586e" providerId="ADAL" clId="{FAFC666E-5C07-4C7F-A532-35EBBFA6B22F}" dt="2023-02-04T17:24:31.371" v="1915" actId="478"/>
          <ac:picMkLst>
            <pc:docMk/>
            <pc:sldMk cId="3959609709" sldId="141169201"/>
            <ac:picMk id="2" creationId="{57B32613-B1A9-3AE7-8F37-A5D0F0348758}"/>
          </ac:picMkLst>
        </pc:picChg>
        <pc:picChg chg="del">
          <ac:chgData name="Ito, Norihiko (伊藤 憲彦)" userId="5a8f3f76-8491-4b6e-9a40-fdada8eb586e" providerId="ADAL" clId="{FAFC666E-5C07-4C7F-A532-35EBBFA6B22F}" dt="2023-02-04T17:22:07.349" v="1893" actId="478"/>
          <ac:picMkLst>
            <pc:docMk/>
            <pc:sldMk cId="3959609709" sldId="141169201"/>
            <ac:picMk id="5" creationId="{E016FD0C-DADC-4E21-9A34-8C64A054E0A6}"/>
          </ac:picMkLst>
        </pc:picChg>
      </pc:sldChg>
    </pc:docChg>
  </pc:docChgLst>
  <pc:docChgLst>
    <pc:chgData name="Ito, Norihiko (伊藤 憲彦)" userId="5a8f3f76-8491-4b6e-9a40-fdada8eb586e" providerId="ADAL" clId="{76564192-6BA9-4CFA-9F60-E4E38DA6B954}"/>
    <pc:docChg chg="undo redo custSel addSld modSld sldOrd">
      <pc:chgData name="Ito, Norihiko (伊藤 憲彦)" userId="5a8f3f76-8491-4b6e-9a40-fdada8eb586e" providerId="ADAL" clId="{76564192-6BA9-4CFA-9F60-E4E38DA6B954}" dt="2022-12-26T01:52:14.767" v="13677"/>
      <pc:docMkLst>
        <pc:docMk/>
      </pc:docMkLst>
      <pc:sldChg chg="modSp mod modNotesTx">
        <pc:chgData name="Ito, Norihiko (伊藤 憲彦)" userId="5a8f3f76-8491-4b6e-9a40-fdada8eb586e" providerId="ADAL" clId="{76564192-6BA9-4CFA-9F60-E4E38DA6B954}" dt="2022-12-26T01:52:14.767" v="13677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6564192-6BA9-4CFA-9F60-E4E38DA6B954}" dt="2022-12-24T15:48:54.589" v="1315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6564192-6BA9-4CFA-9F60-E4E38DA6B954}" dt="2022-12-24T15:48:30.325" v="13145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6564192-6BA9-4CFA-9F60-E4E38DA6B954}" dt="2022-12-26T01:52:14.767" v="13677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76564192-6BA9-4CFA-9F60-E4E38DA6B954}" dt="2022-12-24T15:51:01.834" v="13177" actId="20577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6564192-6BA9-4CFA-9F60-E4E38DA6B954}" dt="2022-12-24T15:51:01.834" v="13177" actId="20577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76564192-6BA9-4CFA-9F60-E4E38DA6B954}" dt="2022-12-19T05:55:27.768" v="9750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6564192-6BA9-4CFA-9F60-E4E38DA6B954}" dt="2022-12-19T05:55:27.768" v="9750"/>
          <ac:spMkLst>
            <pc:docMk/>
            <pc:sldMk cId="1679173106" sldId="279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76564192-6BA9-4CFA-9F60-E4E38DA6B954}" dt="2022-12-16T06:24:24.161" v="34" actId="65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564192-6BA9-4CFA-9F60-E4E38DA6B954}" dt="2022-12-16T06:24:19.733" v="2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564192-6BA9-4CFA-9F60-E4E38DA6B954}" dt="2022-12-16T06:24:24.161" v="34" actId="6549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Ito, Norihiko (伊藤 憲彦)" userId="5a8f3f76-8491-4b6e-9a40-fdada8eb586e" providerId="ADAL" clId="{76564192-6BA9-4CFA-9F60-E4E38DA6B954}" dt="2022-12-16T06:24:12.234" v="0" actId="478"/>
          <ac:spMkLst>
            <pc:docMk/>
            <pc:sldMk cId="3021197836" sldId="11740"/>
            <ac:spMk id="5" creationId="{06753E1E-9E3E-71B5-2A6D-03430033A2FC}"/>
          </ac:spMkLst>
        </pc:spChg>
      </pc:sldChg>
      <pc:sldChg chg="addSp delSp modSp mod modTransition">
        <pc:chgData name="Ito, Norihiko (伊藤 憲彦)" userId="5a8f3f76-8491-4b6e-9a40-fdada8eb586e" providerId="ADAL" clId="{76564192-6BA9-4CFA-9F60-E4E38DA6B954}" dt="2022-12-18T14:37:24.051" v="7282" actId="103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76564192-6BA9-4CFA-9F60-E4E38DA6B954}" dt="2022-12-16T06:57:12.209" v="4054" actId="654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06:01.533" v="4599" actId="14100"/>
          <ac:spMkLst>
            <pc:docMk/>
            <pc:sldMk cId="3725738145" sldId="11745"/>
            <ac:spMk id="3" creationId="{066CBCDC-9B3E-4A79-A544-DA5F345E8F12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4" creationId="{FB61DDC9-9ED9-31EE-DAD8-0BCC9EAA57B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5" creationId="{B47B8091-10AC-99ED-A9EC-C6A5F297909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6" creationId="{38846EEC-FFEA-93D3-7C3B-BEC2E275C1FA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7" creationId="{74F278F4-9706-EB95-2506-B7709BA33D0F}"/>
          </ac:spMkLst>
        </pc:spChg>
        <pc:spChg chg="add mod">
          <ac:chgData name="Ito, Norihiko (伊藤 憲彦)" userId="5a8f3f76-8491-4b6e-9a40-fdada8eb586e" providerId="ADAL" clId="{76564192-6BA9-4CFA-9F60-E4E38DA6B954}" dt="2022-12-18T14:35:57.898" v="7131" actId="555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1" creationId="{30916650-0FB8-812F-BCA0-2C5BF1C97453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4" creationId="{7B3AC83F-BD15-DDE6-E07A-560C2CA5AF2A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5" creationId="{A118C7E3-877F-C081-7A54-44F4836662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6" creationId="{0A942D39-EFAF-E521-582C-67C4B07E090F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7" creationId="{EF14AB5C-6BE9-F680-1BF1-7BE10BEAADA4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8" creationId="{ABCD0304-9BE3-782E-5B6F-EFE58049CB47}"/>
          </ac:spMkLst>
        </pc:spChg>
        <pc:spChg chg="add mod">
          <ac:chgData name="Ito, Norihiko (伊藤 憲彦)" userId="5a8f3f76-8491-4b6e-9a40-fdada8eb586e" providerId="ADAL" clId="{76564192-6BA9-4CFA-9F60-E4E38DA6B954}" dt="2022-12-18T14:37:04.699" v="7269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76564192-6BA9-4CFA-9F60-E4E38DA6B954}" dt="2022-12-16T07:00:45.922" v="4365" actId="165"/>
          <ac:grpSpMkLst>
            <pc:docMk/>
            <pc:sldMk cId="3725738145" sldId="11745"/>
            <ac:grpSpMk id="8" creationId="{121170B9-AE27-579B-4CC8-59CA813724DB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9" creationId="{CAEDEA80-EEEC-F3BF-4E1F-E06407C3855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10" creationId="{1B1057D1-0063-5682-A8B2-EFDCD9A2AB0F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37.280" v="4446" actId="478"/>
          <ac:graphicFrameMkLst>
            <pc:docMk/>
            <pc:sldMk cId="3725738145" sldId="11745"/>
            <ac:graphicFrameMk id="11" creationId="{00149426-35FB-40DF-FDF6-77F7D34617BE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0:54.096" v="4448"/>
          <ac:graphicFrameMkLst>
            <pc:docMk/>
            <pc:sldMk cId="3725738145" sldId="11745"/>
            <ac:graphicFrameMk id="12" creationId="{C3A34203-8441-9694-1AF4-4DD4A8210AA6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3" creationId="{FAEB4409-7B38-6D67-761C-2F6E80FA95CA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35.704" v="4458"/>
          <ac:graphicFrameMkLst>
            <pc:docMk/>
            <pc:sldMk cId="3725738145" sldId="11745"/>
            <ac:graphicFrameMk id="14" creationId="{00C37E2F-356D-39CF-69C2-E410B40413D4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5" creationId="{1C30E844-27E3-2B72-97BF-3E71C7A8A47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3:50.079" v="4466" actId="478"/>
          <ac:graphicFrameMkLst>
            <pc:docMk/>
            <pc:sldMk cId="3725738145" sldId="11745"/>
            <ac:graphicFrameMk id="16" creationId="{63B1FE1E-A544-7B4A-A3BF-11B241C40E7B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10:01.037" v="4731"/>
          <ac:graphicFrameMkLst>
            <pc:docMk/>
            <pc:sldMk cId="3725738145" sldId="11745"/>
            <ac:graphicFrameMk id="20" creationId="{4DF2F905-8E9F-B9DD-8A6C-662FC4EF2997}"/>
          </ac:graphicFrameMkLst>
        </pc:graphicFrame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8" creationId="{093423E9-F355-E786-1185-B09FAD1E55F2}"/>
          </ac:picMkLst>
        </pc:pic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9" creationId="{CAB049D3-0A62-2F9A-23F2-9557447CB961}"/>
          </ac:picMkLst>
        </pc:picChg>
        <pc:picChg chg="add del mod">
          <ac:chgData name="Ito, Norihiko (伊藤 憲彦)" userId="5a8f3f76-8491-4b6e-9a40-fdada8eb586e" providerId="ADAL" clId="{76564192-6BA9-4CFA-9F60-E4E38DA6B954}" dt="2022-12-16T08:10:28.560" v="4757" actId="478"/>
          <ac:picMkLst>
            <pc:docMk/>
            <pc:sldMk cId="3725738145" sldId="11745"/>
            <ac:picMk id="23" creationId="{D360465B-1BDD-94C3-C1B3-909AB4084AC9}"/>
          </ac:picMkLst>
        </pc:picChg>
        <pc:picChg chg="add mod">
          <ac:chgData name="Ito, Norihiko (伊藤 憲彦)" userId="5a8f3f76-8491-4b6e-9a40-fdada8eb586e" providerId="ADAL" clId="{76564192-6BA9-4CFA-9F60-E4E38DA6B954}" dt="2022-12-18T14:36:02.056" v="7132" actId="554"/>
          <ac:picMkLst>
            <pc:docMk/>
            <pc:sldMk cId="3725738145" sldId="11745"/>
            <ac:picMk id="29" creationId="{81AF46AA-BE0C-63B9-087E-733BFB744E48}"/>
          </ac:picMkLst>
        </pc:picChg>
        <pc:picChg chg="add mod">
          <ac:chgData name="Ito, Norihiko (伊藤 憲彦)" userId="5a8f3f76-8491-4b6e-9a40-fdada8eb586e" providerId="ADAL" clId="{76564192-6BA9-4CFA-9F60-E4E38DA6B954}" dt="2022-12-18T14:37:24.051" v="7282" actId="1037"/>
          <ac:picMkLst>
            <pc:docMk/>
            <pc:sldMk cId="3725738145" sldId="11745"/>
            <ac:picMk id="30" creationId="{9FBEC427-E42D-BEAD-4B5E-FA1A1378134E}"/>
          </ac:picMkLst>
        </pc:picChg>
      </pc:sldChg>
      <pc:sldChg chg="setBg">
        <pc:chgData name="Ito, Norihiko (伊藤 憲彦)" userId="5a8f3f76-8491-4b6e-9a40-fdada8eb586e" providerId="ADAL" clId="{76564192-6BA9-4CFA-9F60-E4E38DA6B954}" dt="2022-12-24T15:37:51.123" v="12383"/>
        <pc:sldMkLst>
          <pc:docMk/>
          <pc:sldMk cId="804395964" sldId="141169102"/>
        </pc:sldMkLst>
      </pc:sldChg>
      <pc:sldChg chg="addSp modSp mod">
        <pc:chgData name="Ito, Norihiko (伊藤 憲彦)" userId="5a8f3f76-8491-4b6e-9a40-fdada8eb586e" providerId="ADAL" clId="{76564192-6BA9-4CFA-9F60-E4E38DA6B954}" dt="2022-12-24T15:45:29.759" v="13026" actId="6549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4" creationId="{4209BDA2-235C-DB22-DE34-1F2F178A37A4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76564192-6BA9-4CFA-9F60-E4E38DA6B954}" dt="2022-12-24T15:45:29.759" v="13026" actId="6549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76564192-6BA9-4CFA-9F60-E4E38DA6B954}" dt="2022-12-24T15:42:02.423" v="12754" actId="20577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76564192-6BA9-4CFA-9F60-E4E38DA6B954}" dt="2022-12-24T15:41:54.902" v="12748" actId="20577"/>
          <ac:spMkLst>
            <pc:docMk/>
            <pc:sldMk cId="502378239" sldId="141169104"/>
            <ac:spMk id="36" creationId="{0DC6328F-0EC0-52D5-2CB0-09C2FF7B2EFB}"/>
          </ac:spMkLst>
        </pc:spChg>
        <pc:grpChg chg="add mod">
          <ac:chgData name="Ito, Norihiko (伊藤 憲彦)" userId="5a8f3f76-8491-4b6e-9a40-fdada8eb586e" providerId="ADAL" clId="{76564192-6BA9-4CFA-9F60-E4E38DA6B954}" dt="2022-12-24T15:44:06.114" v="12891" actId="12788"/>
          <ac:grpSpMkLst>
            <pc:docMk/>
            <pc:sldMk cId="502378239" sldId="141169104"/>
            <ac:grpSpMk id="5" creationId="{805FF8A2-0203-977F-D5E9-D9A9EF83145D}"/>
          </ac:grpSpMkLst>
        </pc:grpChg>
        <pc:grpChg chg="mod">
          <ac:chgData name="Ito, Norihiko (伊藤 憲彦)" userId="5a8f3f76-8491-4b6e-9a40-fdada8eb586e" providerId="ADAL" clId="{76564192-6BA9-4CFA-9F60-E4E38DA6B954}" dt="2022-12-24T15:44:03.990" v="12890" actId="164"/>
          <ac:grpSpMkLst>
            <pc:docMk/>
            <pc:sldMk cId="502378239" sldId="141169104"/>
            <ac:grpSpMk id="6" creationId="{84EA106A-B171-4DFD-E9AC-48E948896A90}"/>
          </ac:grpSpMkLst>
        </pc:grp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4" creationId="{BF6A5DDB-AF91-B099-9BDD-084775C2DCEE}"/>
          </ac:cxnSpMkLst>
        </pc:cxnChg>
      </pc:sldChg>
      <pc:sldChg chg="addSp delSp modSp mod">
        <pc:chgData name="Ito, Norihiko (伊藤 憲彦)" userId="5a8f3f76-8491-4b6e-9a40-fdada8eb586e" providerId="ADAL" clId="{76564192-6BA9-4CFA-9F60-E4E38DA6B954}" dt="2022-12-24T15:52:47.120" v="133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76564192-6BA9-4CFA-9F60-E4E38DA6B954}" dt="2022-12-24T15:21:20.760" v="11454" actId="6549"/>
          <ac:spMkLst>
            <pc:docMk/>
            <pc:sldMk cId="1304378143" sldId="14116910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4" creationId="{A0FCB022-BAF6-C240-628B-0BC854769CE6}"/>
          </ac:spMkLst>
        </pc:spChg>
        <pc:spChg chg="add mod">
          <ac:chgData name="Ito, Norihiko (伊藤 憲彦)" userId="5a8f3f76-8491-4b6e-9a40-fdada8eb586e" providerId="ADAL" clId="{76564192-6BA9-4CFA-9F60-E4E38DA6B954}" dt="2022-12-24T15:26:26.953" v="11867" actId="20577"/>
          <ac:spMkLst>
            <pc:docMk/>
            <pc:sldMk cId="1304378143" sldId="141169105"/>
            <ac:spMk id="5" creationId="{129DA5B2-4FE2-39A5-B6FD-42101E9B5EC7}"/>
          </ac:spMkLst>
        </pc:spChg>
        <pc:spChg chg="add mod">
          <ac:chgData name="Ito, Norihiko (伊藤 憲彦)" userId="5a8f3f76-8491-4b6e-9a40-fdada8eb586e" providerId="ADAL" clId="{76564192-6BA9-4CFA-9F60-E4E38DA6B954}" dt="2022-12-24T15:47:19.301" v="13140" actId="6549"/>
          <ac:spMkLst>
            <pc:docMk/>
            <pc:sldMk cId="1304378143" sldId="141169105"/>
            <ac:spMk id="6" creationId="{6E8A92C3-FDC3-19AB-C146-36D5A89DCAB7}"/>
          </ac:spMkLst>
        </pc:spChg>
        <pc:spChg chg="add del mod">
          <ac:chgData name="Ito, Norihiko (伊藤 憲彦)" userId="5a8f3f76-8491-4b6e-9a40-fdada8eb586e" providerId="ADAL" clId="{76564192-6BA9-4CFA-9F60-E4E38DA6B954}" dt="2022-12-24T15:40:19.656" v="12564" actId="6549"/>
          <ac:spMkLst>
            <pc:docMk/>
            <pc:sldMk cId="1304378143" sldId="141169105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76564192-6BA9-4CFA-9F60-E4E38DA6B954}" dt="2022-12-24T15:52:47.120" v="13300"/>
          <ac:spMkLst>
            <pc:docMk/>
            <pc:sldMk cId="1304378143" sldId="141169105"/>
            <ac:spMk id="14" creationId="{EA07ED84-6CB5-A9DD-CB94-EB5C003A06C0}"/>
          </ac:spMkLst>
        </pc:spChg>
        <pc:spChg chg="mod">
          <ac:chgData name="Ito, Norihiko (伊藤 憲彦)" userId="5a8f3f76-8491-4b6e-9a40-fdada8eb586e" providerId="ADAL" clId="{76564192-6BA9-4CFA-9F60-E4E38DA6B954}" dt="2022-12-24T15:40:42.442" v="12584" actId="6549"/>
          <ac:spMkLst>
            <pc:docMk/>
            <pc:sldMk cId="1304378143" sldId="141169105"/>
            <ac:spMk id="21" creationId="{76CC85C2-1E12-0408-9EA6-0D331B5F6AF4}"/>
          </ac:spMkLst>
        </pc:spChg>
        <pc:spChg chg="mod">
          <ac:chgData name="Ito, Norihiko (伊藤 憲彦)" userId="5a8f3f76-8491-4b6e-9a40-fdada8eb586e" providerId="ADAL" clId="{76564192-6BA9-4CFA-9F60-E4E38DA6B954}" dt="2022-12-24T15:40:49.047" v="12605"/>
          <ac:spMkLst>
            <pc:docMk/>
            <pc:sldMk cId="1304378143" sldId="141169105"/>
            <ac:spMk id="22" creationId="{67C6B3E3-D11C-47F5-477A-B1121C0AAA84}"/>
          </ac:spMkLst>
        </pc:spChg>
        <pc:spChg chg="mod">
          <ac:chgData name="Ito, Norihiko (伊藤 憲彦)" userId="5a8f3f76-8491-4b6e-9a40-fdada8eb586e" providerId="ADAL" clId="{76564192-6BA9-4CFA-9F60-E4E38DA6B954}" dt="2022-12-24T15:40:55.449" v="12626"/>
          <ac:spMkLst>
            <pc:docMk/>
            <pc:sldMk cId="1304378143" sldId="141169105"/>
            <ac:spMk id="24" creationId="{D5FB70B0-3DBD-9E43-D562-97904C6839F8}"/>
          </ac:spMkLst>
        </pc:spChg>
        <pc:spChg chg="mod">
          <ac:chgData name="Ito, Norihiko (伊藤 憲彦)" userId="5a8f3f76-8491-4b6e-9a40-fdada8eb586e" providerId="ADAL" clId="{76564192-6BA9-4CFA-9F60-E4E38DA6B954}" dt="2022-12-24T15:26:08.126" v="11833" actId="14100"/>
          <ac:spMkLst>
            <pc:docMk/>
            <pc:sldMk cId="1304378143" sldId="141169105"/>
            <ac:spMk id="25" creationId="{1A472A83-0339-1C28-B1F8-57FF81E13F3B}"/>
          </ac:spMkLst>
        </pc:spChg>
        <pc:spChg chg="mod">
          <ac:chgData name="Ito, Norihiko (伊藤 憲彦)" userId="5a8f3f76-8491-4b6e-9a40-fdada8eb586e" providerId="ADAL" clId="{76564192-6BA9-4CFA-9F60-E4E38DA6B954}" dt="2022-12-24T15:32:11.542" v="12128" actId="554"/>
          <ac:spMkLst>
            <pc:docMk/>
            <pc:sldMk cId="1304378143" sldId="141169105"/>
            <ac:spMk id="26" creationId="{98D63D2F-E193-AC7A-2B65-37F04ED9AA5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28" creationId="{CA5C7397-B8BD-037E-940A-E1945357BD48}"/>
          </ac:spMkLst>
        </pc:spChg>
        <pc:spChg chg="mod">
          <ac:chgData name="Ito, Norihiko (伊藤 憲彦)" userId="5a8f3f76-8491-4b6e-9a40-fdada8eb586e" providerId="ADAL" clId="{76564192-6BA9-4CFA-9F60-E4E38DA6B954}" dt="2022-12-24T15:41:04.409" v="12652"/>
          <ac:spMkLst>
            <pc:docMk/>
            <pc:sldMk cId="1304378143" sldId="141169105"/>
            <ac:spMk id="29" creationId="{B13BEE37-86EE-5588-1990-FC0A20AFB153}"/>
          </ac:spMkLst>
        </pc:spChg>
        <pc:spChg chg="mod">
          <ac:chgData name="Ito, Norihiko (伊藤 憲彦)" userId="5a8f3f76-8491-4b6e-9a40-fdada8eb586e" providerId="ADAL" clId="{76564192-6BA9-4CFA-9F60-E4E38DA6B954}" dt="2022-12-24T15:31:23.675" v="12042" actId="20577"/>
          <ac:spMkLst>
            <pc:docMk/>
            <pc:sldMk cId="1304378143" sldId="141169105"/>
            <ac:spMk id="30" creationId="{9D8078E7-746D-B1B9-F64D-10E1FC7AAA8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31" creationId="{41DBE97F-04FF-D247-083A-1D42F7E3B009}"/>
          </ac:spMkLst>
        </pc:spChg>
        <pc:spChg chg="mod">
          <ac:chgData name="Ito, Norihiko (伊藤 憲彦)" userId="5a8f3f76-8491-4b6e-9a40-fdada8eb586e" providerId="ADAL" clId="{76564192-6BA9-4CFA-9F60-E4E38DA6B954}" dt="2022-12-24T15:30:51.574" v="12012"/>
          <ac:spMkLst>
            <pc:docMk/>
            <pc:sldMk cId="1304378143" sldId="141169105"/>
            <ac:spMk id="33" creationId="{C312167C-911F-B900-F6C8-484B72215AEA}"/>
          </ac:spMkLst>
        </pc:spChg>
        <pc:spChg chg="mod">
          <ac:chgData name="Ito, Norihiko (伊藤 憲彦)" userId="5a8f3f76-8491-4b6e-9a40-fdada8eb586e" providerId="ADAL" clId="{76564192-6BA9-4CFA-9F60-E4E38DA6B954}" dt="2022-12-24T15:52:43.914" v="13296"/>
          <ac:spMkLst>
            <pc:docMk/>
            <pc:sldMk cId="1304378143" sldId="141169105"/>
            <ac:spMk id="34" creationId="{A3B76A08-28C4-212E-4673-A14F33DDE011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5" creationId="{CA9E6779-3341-C26F-F7CC-A1D33271A6D4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76564192-6BA9-4CFA-9F60-E4E38DA6B954}" dt="2022-12-24T15:31:47.271" v="12123" actId="20577"/>
          <ac:spMkLst>
            <pc:docMk/>
            <pc:sldMk cId="1304378143" sldId="141169105"/>
            <ac:spMk id="51" creationId="{688AB551-9CC8-6D2B-1C7D-35E110835203}"/>
          </ac:spMkLst>
        </pc:spChg>
        <pc:spChg chg="mod">
          <ac:chgData name="Ito, Norihiko (伊藤 憲彦)" userId="5a8f3f76-8491-4b6e-9a40-fdada8eb586e" providerId="ADAL" clId="{76564192-6BA9-4CFA-9F60-E4E38DA6B954}" dt="2022-12-24T15:31:09.056" v="12020"/>
          <ac:spMkLst>
            <pc:docMk/>
            <pc:sldMk cId="1304378143" sldId="141169105"/>
            <ac:spMk id="52" creationId="{B5000040-1E68-AE42-8639-6980EAF3C587}"/>
          </ac:spMkLst>
        </pc:spChg>
        <pc:spChg chg="del">
          <ac:chgData name="Ito, Norihiko (伊藤 憲彦)" userId="5a8f3f76-8491-4b6e-9a40-fdada8eb586e" providerId="ADAL" clId="{76564192-6BA9-4CFA-9F60-E4E38DA6B954}" dt="2022-12-24T15:23:03.368" v="11605" actId="478"/>
          <ac:spMkLst>
            <pc:docMk/>
            <pc:sldMk cId="1304378143" sldId="141169105"/>
            <ac:spMk id="54" creationId="{30C42C8B-8C28-792F-3667-0FAD8FDBB7D3}"/>
          </ac:spMkLst>
        </pc:spChg>
        <pc:spChg chg="mod">
          <ac:chgData name="Ito, Norihiko (伊藤 憲彦)" userId="5a8f3f76-8491-4b6e-9a40-fdada8eb586e" providerId="ADAL" clId="{76564192-6BA9-4CFA-9F60-E4E38DA6B954}" dt="2022-12-24T15:39:57.127" v="12554" actId="1076"/>
          <ac:spMkLst>
            <pc:docMk/>
            <pc:sldMk cId="1304378143" sldId="141169105"/>
            <ac:spMk id="55" creationId="{913C6269-7A9E-667F-0D82-213A01CF2C8E}"/>
          </ac:spMkLst>
        </pc:spChg>
        <pc:cxnChg chg="add mod">
          <ac:chgData name="Ito, Norihiko (伊藤 憲彦)" userId="5a8f3f76-8491-4b6e-9a40-fdada8eb586e" providerId="ADAL" clId="{76564192-6BA9-4CFA-9F60-E4E38DA6B954}" dt="2022-12-24T15:40:06.076" v="12556" actId="14100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18T14:33:12.552" v="7088"/>
        <pc:sldMkLst>
          <pc:docMk/>
          <pc:sldMk cId="2170855867" sldId="141169106"/>
        </pc:sldMkLst>
        <pc:spChg chg="mod">
          <ac:chgData name="Ito, Norihiko (伊藤 憲彦)" userId="5a8f3f76-8491-4b6e-9a40-fdada8eb586e" providerId="ADAL" clId="{76564192-6BA9-4CFA-9F60-E4E38DA6B954}" dt="2022-12-18T14:30:37.272" v="6953"/>
          <ac:spMkLst>
            <pc:docMk/>
            <pc:sldMk cId="2170855867" sldId="141169106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18T14:33:12.552" v="7088"/>
          <ac:spMkLst>
            <pc:docMk/>
            <pc:sldMk cId="2170855867" sldId="141169106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76564192-6BA9-4CFA-9F60-E4E38DA6B954}" dt="2022-12-16T06:47:02.169" v="2878" actId="6549"/>
          <ac:spMkLst>
            <pc:docMk/>
            <pc:sldMk cId="2170855867" sldId="141169106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76564192-6BA9-4CFA-9F60-E4E38DA6B954}" dt="2022-12-16T06:56:07.037" v="3950"/>
          <ac:spMkLst>
            <pc:docMk/>
            <pc:sldMk cId="2170855867" sldId="141169106"/>
            <ac:spMk id="27" creationId="{EF14AB5C-6BE9-F680-1BF1-7BE10BEAADA4}"/>
          </ac:spMkLst>
        </pc:spChg>
      </pc:sldChg>
      <pc:sldChg chg="addSp modSp add mod">
        <pc:chgData name="Ito, Norihiko (伊藤 憲彦)" userId="5a8f3f76-8491-4b6e-9a40-fdada8eb586e" providerId="ADAL" clId="{76564192-6BA9-4CFA-9F60-E4E38DA6B954}" dt="2022-12-16T08:16:14.206" v="5046" actId="6549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76564192-6BA9-4CFA-9F60-E4E38DA6B954}" dt="2022-12-16T08:13:22.650" v="48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16:14.206" v="5046" actId="6549"/>
          <ac:spMkLst>
            <pc:docMk/>
            <pc:sldMk cId="1733306925" sldId="141169107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76564192-6BA9-4CFA-9F60-E4E38DA6B954}" dt="2022-12-16T08:15:29.814" v="4948" actId="207"/>
          <ac:spMkLst>
            <pc:docMk/>
            <pc:sldMk cId="1733306925" sldId="141169107"/>
            <ac:spMk id="4" creationId="{57B93474-FADA-8EDC-0F3C-26994EF4539D}"/>
          </ac:spMkLst>
        </pc:spChg>
        <pc:spChg chg="add mod">
          <ac:chgData name="Ito, Norihiko (伊藤 憲彦)" userId="5a8f3f76-8491-4b6e-9a40-fdada8eb586e" providerId="ADAL" clId="{76564192-6BA9-4CFA-9F60-E4E38DA6B954}" dt="2022-12-16T08:15:41.112" v="4952" actId="1076"/>
          <ac:spMkLst>
            <pc:docMk/>
            <pc:sldMk cId="1733306925" sldId="141169107"/>
            <ac:spMk id="5" creationId="{C7A5936C-E98D-1F5C-F65D-741C6AECCD0B}"/>
          </ac:spMkLst>
        </pc:spChg>
        <pc:spChg chg="add mod">
          <ac:chgData name="Ito, Norihiko (伊藤 憲彦)" userId="5a8f3f76-8491-4b6e-9a40-fdada8eb586e" providerId="ADAL" clId="{76564192-6BA9-4CFA-9F60-E4E38DA6B954}" dt="2022-12-16T08:15:46.024" v="4954" actId="1076"/>
          <ac:spMkLst>
            <pc:docMk/>
            <pc:sldMk cId="1733306925" sldId="141169107"/>
            <ac:spMk id="6" creationId="{3A75D38E-6889-4A73-EF9F-0DF3418E9770}"/>
          </ac:spMkLst>
        </pc:spChg>
        <pc:picChg chg="mod">
          <ac:chgData name="Ito, Norihiko (伊藤 憲彦)" userId="5a8f3f76-8491-4b6e-9a40-fdada8eb586e" providerId="ADAL" clId="{76564192-6BA9-4CFA-9F60-E4E38DA6B954}" dt="2022-12-16T08:15:36.889" v="4951" actId="1076"/>
          <ac:picMkLst>
            <pc:docMk/>
            <pc:sldMk cId="1733306925" sldId="141169107"/>
            <ac:picMk id="29" creationId="{81AF46AA-BE0C-63B9-087E-733BFB744E48}"/>
          </ac:picMkLst>
        </pc:picChg>
      </pc:sldChg>
      <pc:sldChg chg="addSp delSp modSp add mod">
        <pc:chgData name="Ito, Norihiko (伊藤 憲彦)" userId="5a8f3f76-8491-4b6e-9a40-fdada8eb586e" providerId="ADAL" clId="{76564192-6BA9-4CFA-9F60-E4E38DA6B954}" dt="2022-12-24T15:19:04.690" v="11231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76564192-6BA9-4CFA-9F60-E4E38DA6B954}" dt="2022-12-18T13:04:58.687" v="6902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20T04:39:50.228" v="10753" actId="6549"/>
          <ac:spMkLst>
            <pc:docMk/>
            <pc:sldMk cId="2314586050" sldId="141169108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4" creationId="{57B93474-FADA-8EDC-0F3C-26994EF4539D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4" creationId="{EECC6E78-0BBE-84A6-AF4A-43CF18646BC9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5" creationId="{22467106-FF8D-2E55-2D82-F6DC1C8E076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5" creationId="{C7A5936C-E98D-1F5C-F65D-741C6AECCD0B}"/>
          </ac:spMkLst>
        </pc:spChg>
        <pc:spChg chg="add del mod">
          <ac:chgData name="Ito, Norihiko (伊藤 憲彦)" userId="5a8f3f76-8491-4b6e-9a40-fdada8eb586e" providerId="ADAL" clId="{76564192-6BA9-4CFA-9F60-E4E38DA6B954}" dt="2022-12-20T04:10:55.502" v="9919" actId="478"/>
          <ac:spMkLst>
            <pc:docMk/>
            <pc:sldMk cId="2314586050" sldId="141169108"/>
            <ac:spMk id="6" creationId="{1E660DB7-08EA-4351-B54C-48343013C11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6" creationId="{3A75D38E-6889-4A73-EF9F-0DF3418E977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7" creationId="{0FEF44CE-7BFC-3A96-D1BC-C73B4384C48A}"/>
          </ac:spMkLst>
        </pc:spChg>
        <pc:spChg chg="add mod">
          <ac:chgData name="Ito, Norihiko (伊藤 憲彦)" userId="5a8f3f76-8491-4b6e-9a40-fdada8eb586e" providerId="ADAL" clId="{76564192-6BA9-4CFA-9F60-E4E38DA6B954}" dt="2022-12-16T08:18:41.715" v="5125"/>
          <ac:spMkLst>
            <pc:docMk/>
            <pc:sldMk cId="2314586050" sldId="141169108"/>
            <ac:spMk id="8" creationId="{0F9EBA38-148A-7E23-FAF8-2529B7A1CD4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8" creationId="{CB4B6D64-BF15-1E69-15B9-DAC2175C8BBF}"/>
          </ac:spMkLst>
        </pc:spChg>
        <pc:spChg chg="add mod">
          <ac:chgData name="Ito, Norihiko (伊藤 憲彦)" userId="5a8f3f76-8491-4b6e-9a40-fdada8eb586e" providerId="ADAL" clId="{76564192-6BA9-4CFA-9F60-E4E38DA6B954}" dt="2022-12-16T08:18:41.001" v="5123"/>
          <ac:spMkLst>
            <pc:docMk/>
            <pc:sldMk cId="2314586050" sldId="141169108"/>
            <ac:spMk id="9" creationId="{0166CA4F-CAAB-2CB4-6089-D4E03936906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9" creationId="{1ABFC486-D15E-6AAC-3E89-52E7F3B3F038}"/>
          </ac:spMkLst>
        </pc:spChg>
        <pc:spChg chg="add del mod">
          <ac:chgData name="Ito, Norihiko (伊藤 憲彦)" userId="5a8f3f76-8491-4b6e-9a40-fdada8eb586e" providerId="ADAL" clId="{76564192-6BA9-4CFA-9F60-E4E38DA6B954}" dt="2022-12-18T13:03:59.696" v="6852" actId="478"/>
          <ac:spMkLst>
            <pc:docMk/>
            <pc:sldMk cId="2314586050" sldId="141169108"/>
            <ac:spMk id="10" creationId="{0D07C168-DC44-F97F-5F85-E71871A1A5EE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0" creationId="{25815FFA-9512-FA41-EC32-2AE7F5DC8DB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11" creationId="{FCB5833B-1703-8D4B-AD2A-BAE3DE1A8D35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2" creationId="{9B4C8A27-B2A1-54E8-D5A0-A47DF80EC97F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2" creationId="{C9B17C1D-29A1-4AEF-C9C2-A822D33A0002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3" creationId="{A34249DE-9C44-FD2F-535D-209D19FFF5FD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4" creationId="{C0B77443-4172-6934-C230-7FBB5F6E1CB9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5" creationId="{7CFD53BB-09D1-60FF-ABF4-3F74350114B5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6" creationId="{EE45CB44-9063-6AD0-4988-4FD50670EE53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17" creationId="{31EC1291-D512-C126-C6DD-6E251B3E44B1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8" creationId="{53039DC1-BC91-440D-1BD4-B69BB527F0A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9" creationId="{8E1234CD-8714-0943-2AB6-0B03B11BB12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20" creationId="{B24E5943-6DB2-75A0-857C-F416FE878EB0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2" creationId="{E0561291-580C-518A-3E84-C9209E28203C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3" creationId="{9ADAEC99-8484-60A6-4D96-333E5604B7E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4" creationId="{88BB60F4-90D6-F4C9-AF72-1468C26DEF5B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4" creationId="{AADDF3E1-971E-2496-32DA-7BE3A884AB9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5" creationId="{1208AE1B-F088-2C59-F8E7-24C594657049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6" creationId="{FF734A6C-9EC5-019E-60DD-B9CD5A44140C}"/>
          </ac:spMkLst>
        </pc:spChg>
        <pc:spChg chg="add mod">
          <ac:chgData name="Ito, Norihiko (伊藤 憲彦)" userId="5a8f3f76-8491-4b6e-9a40-fdada8eb586e" providerId="ADAL" clId="{76564192-6BA9-4CFA-9F60-E4E38DA6B954}" dt="2022-12-24T15:19:04.690" v="11231"/>
          <ac:spMkLst>
            <pc:docMk/>
            <pc:sldMk cId="2314586050" sldId="141169108"/>
            <ac:spMk id="27" creationId="{ACB12105-71BB-0D2C-0113-8745389BED1B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8" creationId="{F6D88527-DCC5-2344-3589-6775D28D1F4C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9" creationId="{6D91BFFA-A1DB-5C6B-08EF-E16457FFCE54}"/>
          </ac:spMkLst>
        </pc:spChg>
        <pc:spChg chg="add mod">
          <ac:chgData name="Ito, Norihiko (伊藤 憲彦)" userId="5a8f3f76-8491-4b6e-9a40-fdada8eb586e" providerId="ADAL" clId="{76564192-6BA9-4CFA-9F60-E4E38DA6B954}" dt="2022-12-20T04:38:56.867" v="10654" actId="6549"/>
          <ac:spMkLst>
            <pc:docMk/>
            <pc:sldMk cId="2314586050" sldId="141169108"/>
            <ac:spMk id="30" creationId="{F5292F43-944E-3874-8A8B-8CD10A27D3B1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2" creationId="{40BDDE73-6F99-1D6E-CAA3-391184203162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3" creationId="{2FC2DBBE-AFFF-C26D-0222-59CC97AC2F18}"/>
          </ac:spMkLst>
        </pc:spChg>
        <pc:spChg chg="add mod">
          <ac:chgData name="Ito, Norihiko (伊藤 憲彦)" userId="5a8f3f76-8491-4b6e-9a40-fdada8eb586e" providerId="ADAL" clId="{76564192-6BA9-4CFA-9F60-E4E38DA6B954}" dt="2022-12-21T12:39:21.173" v="11150" actId="20577"/>
          <ac:spMkLst>
            <pc:docMk/>
            <pc:sldMk cId="2314586050" sldId="141169108"/>
            <ac:spMk id="45" creationId="{E5601D60-0479-DFC1-F5A0-E8BDE623C0C6}"/>
          </ac:spMkLst>
        </pc:spChg>
        <pc:spChg chg="add mod">
          <ac:chgData name="Ito, Norihiko (伊藤 憲彦)" userId="5a8f3f76-8491-4b6e-9a40-fdada8eb586e" providerId="ADAL" clId="{76564192-6BA9-4CFA-9F60-E4E38DA6B954}" dt="2022-12-20T04:46:57.367" v="10803" actId="1076"/>
          <ac:spMkLst>
            <pc:docMk/>
            <pc:sldMk cId="2314586050" sldId="141169108"/>
            <ac:spMk id="46" creationId="{E8CBFDAE-8610-86B5-7C68-574F28AEBE97}"/>
          </ac:spMkLst>
        </pc:spChg>
        <pc:spChg chg="add mod">
          <ac:chgData name="Ito, Norihiko (伊藤 憲彦)" userId="5a8f3f76-8491-4b6e-9a40-fdada8eb586e" providerId="ADAL" clId="{76564192-6BA9-4CFA-9F60-E4E38DA6B954}" dt="2022-12-20T04:20:04.803" v="10271" actId="14100"/>
          <ac:spMkLst>
            <pc:docMk/>
            <pc:sldMk cId="2314586050" sldId="141169108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76564192-6BA9-4CFA-9F60-E4E38DA6B954}" dt="2022-12-20T04:31:32.681" v="10514" actId="555"/>
          <ac:spMkLst>
            <pc:docMk/>
            <pc:sldMk cId="2314586050" sldId="141169108"/>
            <ac:spMk id="2052" creationId="{78FB78D7-4E4F-8C0F-8D19-B5F517DEE27F}"/>
          </ac:spMkLst>
        </pc:spChg>
        <pc:spChg chg="add del mod">
          <ac:chgData name="Ito, Norihiko (伊藤 憲彦)" userId="5a8f3f76-8491-4b6e-9a40-fdada8eb586e" providerId="ADAL" clId="{76564192-6BA9-4CFA-9F60-E4E38DA6B954}" dt="2022-12-20T04:52:24.656" v="10986" actId="404"/>
          <ac:spMkLst>
            <pc:docMk/>
            <pc:sldMk cId="2314586050" sldId="141169108"/>
            <ac:spMk id="2068" creationId="{3C82CC56-D30F-35B0-9D1D-E05B4B01800A}"/>
          </ac:spMkLst>
        </pc:spChg>
        <pc:spChg chg="add mod">
          <ac:chgData name="Ito, Norihiko (伊藤 憲彦)" userId="5a8f3f76-8491-4b6e-9a40-fdada8eb586e" providerId="ADAL" clId="{76564192-6BA9-4CFA-9F60-E4E38DA6B954}" dt="2022-12-20T04:54:25.248" v="11079" actId="404"/>
          <ac:spMkLst>
            <pc:docMk/>
            <pc:sldMk cId="2314586050" sldId="141169108"/>
            <ac:spMk id="2073" creationId="{E4DD8048-4A91-94F3-5E7B-8558E31DB4EF}"/>
          </ac:spMkLst>
        </pc:spChg>
        <pc:spChg chg="add del mod">
          <ac:chgData name="Ito, Norihiko (伊藤 憲彦)" userId="5a8f3f76-8491-4b6e-9a40-fdada8eb586e" providerId="ADAL" clId="{76564192-6BA9-4CFA-9F60-E4E38DA6B954}" dt="2022-12-21T12:39:25.275" v="11151" actId="478"/>
          <ac:spMkLst>
            <pc:docMk/>
            <pc:sldMk cId="2314586050" sldId="141169108"/>
            <ac:spMk id="2074" creationId="{C93C595C-EC84-614A-1330-42617E4EBB5C}"/>
          </ac:spMkLst>
        </pc:spChg>
        <pc:grpChg chg="add del mod">
          <ac:chgData name="Ito, Norihiko (伊藤 憲彦)" userId="5a8f3f76-8491-4b6e-9a40-fdada8eb586e" providerId="ADAL" clId="{76564192-6BA9-4CFA-9F60-E4E38DA6B954}" dt="2022-12-18T15:12:25.654" v="7879" actId="165"/>
          <ac:grpSpMkLst>
            <pc:docMk/>
            <pc:sldMk cId="2314586050" sldId="141169108"/>
            <ac:grpSpMk id="25" creationId="{79F30D30-D07B-83C9-8627-3BE27EBC4EED}"/>
          </ac:grpSpMkLst>
        </pc:grpChg>
        <pc:grpChg chg="add mod topLvl">
          <ac:chgData name="Ito, Norihiko (伊藤 憲彦)" userId="5a8f3f76-8491-4b6e-9a40-fdada8eb586e" providerId="ADAL" clId="{76564192-6BA9-4CFA-9F60-E4E38DA6B954}" dt="2022-12-20T04:45:18.244" v="10780" actId="12789"/>
          <ac:grpSpMkLst>
            <pc:docMk/>
            <pc:sldMk cId="2314586050" sldId="141169108"/>
            <ac:grpSpMk id="41" creationId="{B75A9DDE-2E44-D095-D1C8-3CE71A8AA35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5:11.439" v="10779" actId="165"/>
          <ac:grpSpMkLst>
            <pc:docMk/>
            <pc:sldMk cId="2314586050" sldId="141169108"/>
            <ac:grpSpMk id="44" creationId="{D5AA7CE0-D983-4A0F-B94A-ED341CB2DF1F}"/>
          </ac:grpSpMkLst>
        </pc:grpChg>
        <pc:grpChg chg="add del mod">
          <ac:chgData name="Ito, Norihiko (伊藤 憲彦)" userId="5a8f3f76-8491-4b6e-9a40-fdada8eb586e" providerId="ADAL" clId="{76564192-6BA9-4CFA-9F60-E4E38DA6B954}" dt="2022-12-20T04:26:39.171" v="10479" actId="165"/>
          <ac:grpSpMkLst>
            <pc:docMk/>
            <pc:sldMk cId="2314586050" sldId="141169108"/>
            <ac:grpSpMk id="56" creationId="{D6CD270A-0BF5-0F19-005C-26C2E82E00B8}"/>
          </ac:grpSpMkLst>
        </pc:grpChg>
        <pc:grpChg chg="del mod topLvl">
          <ac:chgData name="Ito, Norihiko (伊藤 憲彦)" userId="5a8f3f76-8491-4b6e-9a40-fdada8eb586e" providerId="ADAL" clId="{76564192-6BA9-4CFA-9F60-E4E38DA6B954}" dt="2022-12-20T04:26:43.638" v="10480" actId="478"/>
          <ac:grpSpMkLst>
            <pc:docMk/>
            <pc:sldMk cId="2314586050" sldId="141169108"/>
            <ac:grpSpMk id="60" creationId="{2FE2ADFB-3A0A-17C4-0130-CD70B16EF10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0:13.410" v="10757" actId="165"/>
          <ac:grpSpMkLst>
            <pc:docMk/>
            <pc:sldMk cId="2314586050" sldId="141169108"/>
            <ac:grpSpMk id="2053" creationId="{0388EF58-1503-3279-F3B0-323A13298337}"/>
          </ac:grpSpMkLst>
        </pc:grpChg>
        <pc:grpChg chg="add del mod topLvl">
          <ac:chgData name="Ito, Norihiko (伊藤 憲彦)" userId="5a8f3f76-8491-4b6e-9a40-fdada8eb586e" providerId="ADAL" clId="{76564192-6BA9-4CFA-9F60-E4E38DA6B954}" dt="2022-12-20T04:51:13.869" v="10943" actId="165"/>
          <ac:grpSpMkLst>
            <pc:docMk/>
            <pc:sldMk cId="2314586050" sldId="141169108"/>
            <ac:grpSpMk id="2057" creationId="{854E1D60-5B10-2094-D5EF-D07C5B079B1B}"/>
          </ac:grpSpMkLst>
        </pc:grpChg>
        <pc:grpChg chg="add mod">
          <ac:chgData name="Ito, Norihiko (伊藤 憲彦)" userId="5a8f3f76-8491-4b6e-9a40-fdada8eb586e" providerId="ADAL" clId="{76564192-6BA9-4CFA-9F60-E4E38DA6B954}" dt="2022-12-21T12:39:33.205" v="11152" actId="1076"/>
          <ac:grpSpMkLst>
            <pc:docMk/>
            <pc:sldMk cId="2314586050" sldId="141169108"/>
            <ac:grpSpMk id="2075" creationId="{AB3A7E26-CEA7-E1C5-A8A0-7A90C559504C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8T15:09:42.118" v="7799" actId="478"/>
          <ac:graphicFrameMkLst>
            <pc:docMk/>
            <pc:sldMk cId="2314586050" sldId="141169108"/>
            <ac:graphicFrameMk id="21" creationId="{655129C0-98D5-6106-407C-3E4E96F81739}"/>
          </ac:graphicFrameMkLst>
        </pc:graphicFrame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30" creationId="{9FBEC427-E42D-BEAD-4B5E-FA1A1378134E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9.666" v="10781" actId="408"/>
          <ac:picMkLst>
            <pc:docMk/>
            <pc:sldMk cId="2314586050" sldId="141169108"/>
            <ac:picMk id="32" creationId="{CE521724-FBD9-547F-51EB-A7DB8C0E1358}"/>
          </ac:picMkLst>
        </pc:picChg>
        <pc:picChg chg="add del mod">
          <ac:chgData name="Ito, Norihiko (伊藤 憲彦)" userId="5a8f3f76-8491-4b6e-9a40-fdada8eb586e" providerId="ADAL" clId="{76564192-6BA9-4CFA-9F60-E4E38DA6B954}" dt="2022-12-18T15:26:01.101" v="8547" actId="478"/>
          <ac:picMkLst>
            <pc:docMk/>
            <pc:sldMk cId="2314586050" sldId="141169108"/>
            <ac:picMk id="34" creationId="{0D842A4C-D4F4-E264-EF0A-E717C719DC48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36" creationId="{398D2D2A-DF67-CBDC-EFDF-6771EA41C563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8.244" v="10780" actId="12789"/>
          <ac:picMkLst>
            <pc:docMk/>
            <pc:sldMk cId="2314586050" sldId="141169108"/>
            <ac:picMk id="38" creationId="{C34C4336-1724-B16A-DC6B-3D9D4201B2DD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40" creationId="{5DF5957A-BD05-AE75-7759-E8D04D1E0F94}"/>
          </ac:picMkLst>
        </pc:picChg>
        <pc:picChg chg="add del mod">
          <ac:chgData name="Ito, Norihiko (伊藤 憲彦)" userId="5a8f3f76-8491-4b6e-9a40-fdada8eb586e" providerId="ADAL" clId="{76564192-6BA9-4CFA-9F60-E4E38DA6B954}" dt="2022-12-20T04:30:11.964" v="10508" actId="478"/>
          <ac:picMkLst>
            <pc:docMk/>
            <pc:sldMk cId="2314586050" sldId="141169108"/>
            <ac:picMk id="55" creationId="{BEF327EE-9897-3859-53C5-920A7043118E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7" creationId="{C7126F66-102F-57E9-DACC-D2534B7D85A2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8" creationId="{BE4868E6-A5B3-E973-396B-105F4630EA38}"/>
          </ac:picMkLst>
        </pc:picChg>
        <pc:picChg chg="del mod topLvl">
          <ac:chgData name="Ito, Norihiko (伊藤 憲彦)" userId="5a8f3f76-8491-4b6e-9a40-fdada8eb586e" providerId="ADAL" clId="{76564192-6BA9-4CFA-9F60-E4E38DA6B954}" dt="2022-12-20T04:26:43.638" v="10480" actId="478"/>
          <ac:picMkLst>
            <pc:docMk/>
            <pc:sldMk cId="2314586050" sldId="141169108"/>
            <ac:picMk id="59" creationId="{30464E0C-0ACB-A0C2-C144-59D99EFB5C6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1" creationId="{7998CD22-814F-96BB-8BA7-996A9B70734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2" creationId="{7CBD04E7-9055-681F-D908-03F6B95E9664}"/>
          </ac:picMkLst>
        </pc:picChg>
        <pc:picChg chg="add del mod">
          <ac:chgData name="Ito, Norihiko (伊藤 憲彦)" userId="5a8f3f76-8491-4b6e-9a40-fdada8eb586e" providerId="ADAL" clId="{76564192-6BA9-4CFA-9F60-E4E38DA6B954}" dt="2022-12-20T04:42:42.532" v="10772" actId="478"/>
          <ac:picMkLst>
            <pc:docMk/>
            <pc:sldMk cId="2314586050" sldId="141169108"/>
            <ac:picMk id="1026" creationId="{D477CC8B-9FC9-22D8-59E9-C92011E97E78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48" creationId="{CFC3F485-3159-D97F-77A8-CB75E61258DA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2050" creationId="{07E1A345-82B7-357E-A428-3C88999E38E1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51" creationId="{9DA255B0-62CB-EFF1-4524-01661A75D142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4" creationId="{49972F1A-DEAB-ADB4-33BA-281CF5158061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5" creationId="{9E8DE6BF-621D-0F90-4C7E-2C21DC333E56}"/>
          </ac:picMkLst>
        </pc:picChg>
        <pc:picChg chg="add del mod topLvl">
          <ac:chgData name="Ito, Norihiko (伊藤 憲彦)" userId="5a8f3f76-8491-4b6e-9a40-fdada8eb586e" providerId="ADAL" clId="{76564192-6BA9-4CFA-9F60-E4E38DA6B954}" dt="2022-12-21T12:39:25.275" v="11151" actId="478"/>
          <ac:picMkLst>
            <pc:docMk/>
            <pc:sldMk cId="2314586050" sldId="141169108"/>
            <ac:picMk id="2056" creationId="{5C305C3E-F9EF-EC5C-B158-529F4CD6575B}"/>
          </ac:picMkLst>
        </pc:picChg>
        <pc:picChg chg="mod or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8" creationId="{3D9EF572-3342-0D65-0A18-BB9A3EB0AEAA}"/>
          </ac:picMkLst>
        </pc:picChg>
        <pc:picChg chg="mo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9" creationId="{88E57FA2-B81D-FF07-93D3-0D286B1A1469}"/>
          </ac:picMkLst>
        </pc:picChg>
        <pc:picChg chg="add del mod">
          <ac:chgData name="Ito, Norihiko (伊藤 憲彦)" userId="5a8f3f76-8491-4b6e-9a40-fdada8eb586e" providerId="ADAL" clId="{76564192-6BA9-4CFA-9F60-E4E38DA6B954}" dt="2022-12-20T04:42:26.189" v="10769" actId="478"/>
          <ac:picMkLst>
            <pc:docMk/>
            <pc:sldMk cId="2314586050" sldId="141169108"/>
            <ac:picMk id="2061" creationId="{B5120BDC-BDC5-9464-6BE5-CA6D192C9B73}"/>
          </ac:picMkLst>
        </pc:picChg>
        <pc:picChg chg="add del mod">
          <ac:chgData name="Ito, Norihiko (伊藤 憲彦)" userId="5a8f3f76-8491-4b6e-9a40-fdada8eb586e" providerId="ADAL" clId="{76564192-6BA9-4CFA-9F60-E4E38DA6B954}" dt="2022-12-20T04:44:44.299" v="10776" actId="478"/>
          <ac:picMkLst>
            <pc:docMk/>
            <pc:sldMk cId="2314586050" sldId="141169108"/>
            <ac:picMk id="2063" creationId="{3BAFA0E4-A2F5-BCB6-5F40-20F315066577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4" creationId="{02EA45E8-FE55-014F-EAB9-83B3802FA1F8}"/>
          </ac:picMkLst>
        </pc:picChg>
        <pc:picChg chg="add del mod">
          <ac:chgData name="Ito, Norihiko (伊藤 憲彦)" userId="5a8f3f76-8491-4b6e-9a40-fdada8eb586e" providerId="ADAL" clId="{76564192-6BA9-4CFA-9F60-E4E38DA6B954}" dt="2022-12-20T04:45:48.361" v="10786" actId="478"/>
          <ac:picMkLst>
            <pc:docMk/>
            <pc:sldMk cId="2314586050" sldId="141169108"/>
            <ac:picMk id="2065" creationId="{429F2653-DE80-CFB2-16DC-36381BEF9D86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6" creationId="{B16A3503-C01D-3A4C-9602-86205AF36090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67" creationId="{3D0A8794-DC6F-3AA0-58FF-196D29A3A199}"/>
          </ac:picMkLst>
        </pc:picChg>
        <pc:picChg chg="add del mod">
          <ac:chgData name="Ito, Norihiko (伊藤 憲彦)" userId="5a8f3f76-8491-4b6e-9a40-fdada8eb586e" providerId="ADAL" clId="{76564192-6BA9-4CFA-9F60-E4E38DA6B954}" dt="2022-12-20T04:48:26.339" v="10826" actId="478"/>
          <ac:picMkLst>
            <pc:docMk/>
            <pc:sldMk cId="2314586050" sldId="141169108"/>
            <ac:picMk id="2070" creationId="{5B72FEB6-E055-AB30-B318-606E488F5068}"/>
          </ac:picMkLst>
        </pc:picChg>
        <pc:picChg chg="add mod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72" creationId="{8CB33FDF-2DBA-9091-6CA3-807A0EA49852}"/>
          </ac:picMkLst>
        </pc:picChg>
        <pc:cxnChg chg="add del mod">
          <ac:chgData name="Ito, Norihiko (伊藤 憲彦)" userId="5a8f3f76-8491-4b6e-9a40-fdada8eb586e" providerId="ADAL" clId="{76564192-6BA9-4CFA-9F60-E4E38DA6B954}" dt="2022-12-20T04:21:52.103" v="10287" actId="478"/>
          <ac:cxnSpMkLst>
            <pc:docMk/>
            <pc:sldMk cId="2314586050" sldId="141169108"/>
            <ac:cxnSpMk id="14" creationId="{ACC30A3E-66C1-10EA-4622-5F13A3BBD850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5" creationId="{2A52738E-14E3-8BDE-FBDA-28CC66E491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8" creationId="{6AB8F26B-28FE-8184-ADD5-D71E148C4CE4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21" creationId="{8DFF7EF7-559B-1B72-B7E2-B4EA714F454D}"/>
          </ac:cxnSpMkLst>
        </pc:cxnChg>
        <pc:cxnChg chg="add del mod">
          <ac:chgData name="Ito, Norihiko (伊藤 憲彦)" userId="5a8f3f76-8491-4b6e-9a40-fdada8eb586e" providerId="ADAL" clId="{76564192-6BA9-4CFA-9F60-E4E38DA6B954}" dt="2022-12-20T04:21:55.796" v="10288" actId="478"/>
          <ac:cxnSpMkLst>
            <pc:docMk/>
            <pc:sldMk cId="2314586050" sldId="141169108"/>
            <ac:cxnSpMk id="31" creationId="{E7BC1951-4A8A-702E-B56C-EE3F24478D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3" creationId="{3A0C2F92-F840-500F-1953-A522F6E199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4" creationId="{A516CE43-93EE-2112-A8D3-8D4B074EA665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5" creationId="{0FA9D9E7-D5D1-BAD0-B3FD-76D0603B26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37" creationId="{B10C85EF-7838-EAA0-9826-AECB849F6A1D}"/>
          </ac:cxnSpMkLst>
        </pc:cxnChg>
        <pc:cxnChg chg="add del mod">
          <ac:chgData name="Ito, Norihiko (伊藤 憲彦)" userId="5a8f3f76-8491-4b6e-9a40-fdada8eb586e" providerId="ADAL" clId="{76564192-6BA9-4CFA-9F60-E4E38DA6B954}" dt="2022-12-20T04:30:14.277" v="10509" actId="478"/>
          <ac:cxnSpMkLst>
            <pc:docMk/>
            <pc:sldMk cId="2314586050" sldId="141169108"/>
            <ac:cxnSpMk id="49" creationId="{728A97F5-3F54-4F04-C8BC-710304F146C9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24T15:44:20.020" v="12892" actId="404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20" creationId="{B24E5943-6DB2-75A0-857C-F416FE878EB0}"/>
          </ac:spMkLst>
        </pc:spChg>
      </pc:sldChg>
    </pc:docChg>
  </pc:docChgLst>
  <pc:docChgLst>
    <pc:chgData name="Masuda, Isamu (増田 勇)" userId="d3e5b3f7-6854-418d-836d-cdbffc4e55c6" providerId="ADAL" clId="{5E14C0F0-499C-43DF-9E2F-78773019B8FE}"/>
    <pc:docChg chg="undo custSel addSld delSld modSld sldOrd">
      <pc:chgData name="Masuda, Isamu (増田 勇)" userId="d3e5b3f7-6854-418d-836d-cdbffc4e55c6" providerId="ADAL" clId="{5E14C0F0-499C-43DF-9E2F-78773019B8FE}" dt="2023-06-16T01:43:06.087" v="1822"/>
      <pc:docMkLst>
        <pc:docMk/>
      </pc:docMkLst>
      <pc:sldChg chg="modSp mod">
        <pc:chgData name="Masuda, Isamu (増田 勇)" userId="d3e5b3f7-6854-418d-836d-cdbffc4e55c6" providerId="ADAL" clId="{5E14C0F0-499C-43DF-9E2F-78773019B8FE}" dt="2023-06-13T07:06:46.682" v="428" actId="20577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5E14C0F0-499C-43DF-9E2F-78773019B8FE}" dt="2023-06-13T07:06:46.682" v="428" actId="20577"/>
          <ac:spMkLst>
            <pc:docMk/>
            <pc:sldMk cId="99012383" sldId="141169122"/>
            <ac:spMk id="2" creationId="{A421D82D-9954-1183-3B28-F63DCCB46E06}"/>
          </ac:spMkLst>
        </pc:spChg>
      </pc:sldChg>
      <pc:sldChg chg="modSp mod">
        <pc:chgData name="Masuda, Isamu (増田 勇)" userId="d3e5b3f7-6854-418d-836d-cdbffc4e55c6" providerId="ADAL" clId="{5E14C0F0-499C-43DF-9E2F-78773019B8FE}" dt="2023-06-13T07:06:50.359" v="436" actId="20577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5E14C0F0-499C-43DF-9E2F-78773019B8FE}" dt="2023-06-13T07:06:50.359" v="436" actId="20577"/>
          <ac:spMkLst>
            <pc:docMk/>
            <pc:sldMk cId="1840469262" sldId="141169143"/>
            <ac:spMk id="2" creationId="{FE9A075F-2629-4191-18C2-50ED248E47D9}"/>
          </ac:spMkLst>
        </pc:spChg>
      </pc:sldChg>
      <pc:sldChg chg="ord">
        <pc:chgData name="Masuda, Isamu (増田 勇)" userId="d3e5b3f7-6854-418d-836d-cdbffc4e55c6" providerId="ADAL" clId="{5E14C0F0-499C-43DF-9E2F-78773019B8FE}" dt="2023-06-16T01:43:06.087" v="1822"/>
        <pc:sldMkLst>
          <pc:docMk/>
          <pc:sldMk cId="3374738585" sldId="141169153"/>
        </pc:sldMkLst>
      </pc:sldChg>
      <pc:sldChg chg="modSp add mod ord">
        <pc:chgData name="Masuda, Isamu (増田 勇)" userId="d3e5b3f7-6854-418d-836d-cdbffc4e55c6" providerId="ADAL" clId="{5E14C0F0-499C-43DF-9E2F-78773019B8FE}" dt="2023-06-16T01:43:04.928" v="1820"/>
        <pc:sldMkLst>
          <pc:docMk/>
          <pc:sldMk cId="2883611894" sldId="141169154"/>
        </pc:sldMkLst>
        <pc:spChg chg="mod">
          <ac:chgData name="Masuda, Isamu (増田 勇)" userId="d3e5b3f7-6854-418d-836d-cdbffc4e55c6" providerId="ADAL" clId="{5E14C0F0-499C-43DF-9E2F-78773019B8FE}" dt="2023-06-13T07:02:46.865" v="7" actId="20577"/>
          <ac:spMkLst>
            <pc:docMk/>
            <pc:sldMk cId="2883611894" sldId="141169154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5E14C0F0-499C-43DF-9E2F-78773019B8FE}" dt="2023-06-13T07:02:53.764" v="23" actId="20577"/>
          <ac:spMkLst>
            <pc:docMk/>
            <pc:sldMk cId="2883611894" sldId="141169154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5E14C0F0-499C-43DF-9E2F-78773019B8FE}" dt="2023-06-16T00:55:59.136" v="1817" actId="20577"/>
          <ac:spMkLst>
            <pc:docMk/>
            <pc:sldMk cId="2883611894" sldId="141169154"/>
            <ac:spMk id="33" creationId="{53D2AACA-A0F1-CD87-A300-45E9A532EF95}"/>
          </ac:spMkLst>
        </pc:spChg>
        <pc:spChg chg="mod">
          <ac:chgData name="Masuda, Isamu (増田 勇)" userId="d3e5b3f7-6854-418d-836d-cdbffc4e55c6" providerId="ADAL" clId="{5E14C0F0-499C-43DF-9E2F-78773019B8FE}" dt="2023-06-13T07:03:16.043" v="51" actId="20577"/>
          <ac:spMkLst>
            <pc:docMk/>
            <pc:sldMk cId="2883611894" sldId="141169154"/>
            <ac:spMk id="36" creationId="{34B027D4-24B3-3AA0-DF4C-7558156FB163}"/>
          </ac:spMkLst>
        </pc:spChg>
        <pc:spChg chg="mod">
          <ac:chgData name="Masuda, Isamu (増田 勇)" userId="d3e5b3f7-6854-418d-836d-cdbffc4e55c6" providerId="ADAL" clId="{5E14C0F0-499C-43DF-9E2F-78773019B8FE}" dt="2023-06-13T07:03:36.319" v="74" actId="20577"/>
          <ac:spMkLst>
            <pc:docMk/>
            <pc:sldMk cId="2883611894" sldId="141169154"/>
            <ac:spMk id="37" creationId="{27585AFA-9E51-6139-DCEC-AEE181B2F8B5}"/>
          </ac:spMkLst>
        </pc:spChg>
        <pc:spChg chg="mod">
          <ac:chgData name="Masuda, Isamu (増田 勇)" userId="d3e5b3f7-6854-418d-836d-cdbffc4e55c6" providerId="ADAL" clId="{5E14C0F0-499C-43DF-9E2F-78773019B8FE}" dt="2023-06-13T07:03:51.802" v="90" actId="20577"/>
          <ac:spMkLst>
            <pc:docMk/>
            <pc:sldMk cId="2883611894" sldId="141169154"/>
            <ac:spMk id="38" creationId="{4B77634A-1684-82AE-10BB-F9A4D4D9054A}"/>
          </ac:spMkLst>
        </pc:spChg>
        <pc:spChg chg="mod">
          <ac:chgData name="Masuda, Isamu (増田 勇)" userId="d3e5b3f7-6854-418d-836d-cdbffc4e55c6" providerId="ADAL" clId="{5E14C0F0-499C-43DF-9E2F-78773019B8FE}" dt="2023-06-13T07:04:22.007" v="149" actId="20577"/>
          <ac:spMkLst>
            <pc:docMk/>
            <pc:sldMk cId="2883611894" sldId="141169154"/>
            <ac:spMk id="39" creationId="{53102E44-6EFD-1065-D536-C7EA47ACE4A0}"/>
          </ac:spMkLst>
        </pc:spChg>
        <pc:spChg chg="mod">
          <ac:chgData name="Masuda, Isamu (増田 勇)" userId="d3e5b3f7-6854-418d-836d-cdbffc4e55c6" providerId="ADAL" clId="{5E14C0F0-499C-43DF-9E2F-78773019B8FE}" dt="2023-06-13T07:04:24.295" v="150"/>
          <ac:spMkLst>
            <pc:docMk/>
            <pc:sldMk cId="2883611894" sldId="141169154"/>
            <ac:spMk id="40" creationId="{FF10144C-0F7E-366B-51D7-4A3D6C3FE2F7}"/>
          </ac:spMkLst>
        </pc:spChg>
        <pc:spChg chg="mod">
          <ac:chgData name="Masuda, Isamu (増田 勇)" userId="d3e5b3f7-6854-418d-836d-cdbffc4e55c6" providerId="ADAL" clId="{5E14C0F0-499C-43DF-9E2F-78773019B8FE}" dt="2023-06-13T07:04:49.434" v="189" actId="20577"/>
          <ac:spMkLst>
            <pc:docMk/>
            <pc:sldMk cId="2883611894" sldId="141169154"/>
            <ac:spMk id="41" creationId="{2B8B6584-4C6D-089D-7D89-DF0E061A27EE}"/>
          </ac:spMkLst>
        </pc:spChg>
        <pc:spChg chg="mod">
          <ac:chgData name="Masuda, Isamu (増田 勇)" userId="d3e5b3f7-6854-418d-836d-cdbffc4e55c6" providerId="ADAL" clId="{5E14C0F0-499C-43DF-9E2F-78773019B8FE}" dt="2023-06-16T00:09:10.590" v="1805" actId="20577"/>
          <ac:spMkLst>
            <pc:docMk/>
            <pc:sldMk cId="2883611894" sldId="141169154"/>
            <ac:spMk id="42" creationId="{35A9D636-E4A4-B526-4917-F005AAF3FCB1}"/>
          </ac:spMkLst>
        </pc:spChg>
        <pc:spChg chg="mod">
          <ac:chgData name="Masuda, Isamu (増田 勇)" userId="d3e5b3f7-6854-418d-836d-cdbffc4e55c6" providerId="ADAL" clId="{5E14C0F0-499C-43DF-9E2F-78773019B8FE}" dt="2023-06-13T07:04:42.443" v="179" actId="20577"/>
          <ac:spMkLst>
            <pc:docMk/>
            <pc:sldMk cId="2883611894" sldId="141169154"/>
            <ac:spMk id="44" creationId="{18F30A22-B6E6-74AF-8109-6DEDA1676252}"/>
          </ac:spMkLst>
        </pc:spChg>
        <pc:spChg chg="mod">
          <ac:chgData name="Masuda, Isamu (増田 勇)" userId="d3e5b3f7-6854-418d-836d-cdbffc4e55c6" providerId="ADAL" clId="{5E14C0F0-499C-43DF-9E2F-78773019B8FE}" dt="2023-06-13T07:05:29.780" v="291" actId="20577"/>
          <ac:spMkLst>
            <pc:docMk/>
            <pc:sldMk cId="2883611894" sldId="141169154"/>
            <ac:spMk id="45" creationId="{318F1721-8B88-296F-C6FF-B3299FA5C415}"/>
          </ac:spMkLst>
        </pc:spChg>
        <pc:spChg chg="mod">
          <ac:chgData name="Masuda, Isamu (増田 勇)" userId="d3e5b3f7-6854-418d-836d-cdbffc4e55c6" providerId="ADAL" clId="{5E14C0F0-499C-43DF-9E2F-78773019B8FE}" dt="2023-06-13T07:05:21.406" v="257" actId="20577"/>
          <ac:spMkLst>
            <pc:docMk/>
            <pc:sldMk cId="2883611894" sldId="141169154"/>
            <ac:spMk id="47" creationId="{C8A789A0-E133-5E1F-3C6E-6934B0056D94}"/>
          </ac:spMkLst>
        </pc:spChg>
        <pc:spChg chg="mod">
          <ac:chgData name="Masuda, Isamu (増田 勇)" userId="d3e5b3f7-6854-418d-836d-cdbffc4e55c6" providerId="ADAL" clId="{5E14C0F0-499C-43DF-9E2F-78773019B8FE}" dt="2023-06-13T07:05:42.239" v="321" actId="20577"/>
          <ac:spMkLst>
            <pc:docMk/>
            <pc:sldMk cId="2883611894" sldId="141169154"/>
            <ac:spMk id="48" creationId="{472D7CD2-3568-D00C-1C05-8BCC3129A85C}"/>
          </ac:spMkLst>
        </pc:spChg>
        <pc:spChg chg="mod">
          <ac:chgData name="Masuda, Isamu (増田 勇)" userId="d3e5b3f7-6854-418d-836d-cdbffc4e55c6" providerId="ADAL" clId="{5E14C0F0-499C-43DF-9E2F-78773019B8FE}" dt="2023-06-13T07:05:48.100" v="323" actId="20577"/>
          <ac:spMkLst>
            <pc:docMk/>
            <pc:sldMk cId="2883611894" sldId="141169154"/>
            <ac:spMk id="49" creationId="{72238E68-074A-6B56-4ACA-55E4CC2C0A0A}"/>
          </ac:spMkLst>
        </pc:spChg>
        <pc:spChg chg="mod">
          <ac:chgData name="Masuda, Isamu (増田 勇)" userId="d3e5b3f7-6854-418d-836d-cdbffc4e55c6" providerId="ADAL" clId="{5E14C0F0-499C-43DF-9E2F-78773019B8FE}" dt="2023-06-13T07:06:22.058" v="415" actId="20577"/>
          <ac:spMkLst>
            <pc:docMk/>
            <pc:sldMk cId="2883611894" sldId="141169154"/>
            <ac:spMk id="50" creationId="{E7FFB61B-F9ED-3442-D97F-2038BA7B77D2}"/>
          </ac:spMkLst>
        </pc:spChg>
      </pc:sldChg>
      <pc:sldChg chg="addSp delSp modSp add mod">
        <pc:chgData name="Masuda, Isamu (増田 勇)" userId="d3e5b3f7-6854-418d-836d-cdbffc4e55c6" providerId="ADAL" clId="{5E14C0F0-499C-43DF-9E2F-78773019B8FE}" dt="2023-06-15T05:13:55.845" v="1799" actId="207"/>
        <pc:sldMkLst>
          <pc:docMk/>
          <pc:sldMk cId="2735648938" sldId="141169155"/>
        </pc:sldMkLst>
        <pc:spChg chg="mod">
          <ac:chgData name="Masuda, Isamu (増田 勇)" userId="d3e5b3f7-6854-418d-836d-cdbffc4e55c6" providerId="ADAL" clId="{5E14C0F0-499C-43DF-9E2F-78773019B8FE}" dt="2023-06-15T04:52:07.025" v="472" actId="20577"/>
          <ac:spMkLst>
            <pc:docMk/>
            <pc:sldMk cId="2735648938" sldId="141169155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5E14C0F0-499C-43DF-9E2F-78773019B8FE}" dt="2023-06-15T04:53:26.894" v="725" actId="20577"/>
          <ac:spMkLst>
            <pc:docMk/>
            <pc:sldMk cId="2735648938" sldId="141169155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5" creationId="{0F9A5956-3DB9-6FED-D6B2-EA2A37A4AB5F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7" creationId="{69510D5E-F572-17DA-A1A2-DE2C0602A5C9}"/>
          </ac:spMkLst>
        </pc:spChg>
        <pc:spChg chg="del mod">
          <ac:chgData name="Masuda, Isamu (増田 勇)" userId="d3e5b3f7-6854-418d-836d-cdbffc4e55c6" providerId="ADAL" clId="{5E14C0F0-499C-43DF-9E2F-78773019B8FE}" dt="2023-06-15T04:53:55.975" v="780" actId="478"/>
          <ac:spMkLst>
            <pc:docMk/>
            <pc:sldMk cId="2735648938" sldId="141169155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5E14C0F0-499C-43DF-9E2F-78773019B8FE}" dt="2023-06-15T04:54:30.213" v="833" actId="20577"/>
          <ac:spMkLst>
            <pc:docMk/>
            <pc:sldMk cId="2735648938" sldId="141169155"/>
            <ac:spMk id="10" creationId="{9CAA8B69-9A9C-C500-1F84-96E54AA5829D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8" creationId="{C7CA2ABD-1ABD-AD2B-C9CF-AC84FFCFA884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9" creationId="{D97F7D12-EA9B-26EF-B6E7-523CCAE9D90C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0" creationId="{9BA849E2-490A-ADFB-C9CC-D11E5ABF63E6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1" creationId="{302D9302-2353-8F3B-2698-3109EA893D7A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22" creationId="{2931E497-6742-8742-02EB-A45675BC9EA8}"/>
          </ac:spMkLst>
        </pc:spChg>
        <pc:spChg chg="add mod">
          <ac:chgData name="Masuda, Isamu (増田 勇)" userId="d3e5b3f7-6854-418d-836d-cdbffc4e55c6" providerId="ADAL" clId="{5E14C0F0-499C-43DF-9E2F-78773019B8FE}" dt="2023-06-15T04:56:10.356" v="1115" actId="1076"/>
          <ac:spMkLst>
            <pc:docMk/>
            <pc:sldMk cId="2735648938" sldId="141169155"/>
            <ac:spMk id="23" creationId="{AD3AA855-CB3A-5519-EB31-949CC0EFF2DA}"/>
          </ac:spMkLst>
        </pc:spChg>
        <pc:spChg chg="add mod">
          <ac:chgData name="Masuda, Isamu (増田 勇)" userId="d3e5b3f7-6854-418d-836d-cdbffc4e55c6" providerId="ADAL" clId="{5E14C0F0-499C-43DF-9E2F-78773019B8FE}" dt="2023-06-15T05:13:55.845" v="1799" actId="207"/>
          <ac:spMkLst>
            <pc:docMk/>
            <pc:sldMk cId="2735648938" sldId="141169155"/>
            <ac:spMk id="30" creationId="{FD008F93-95BA-FEAA-E42A-8462512BB6FC}"/>
          </ac:spMkLst>
        </pc:spChg>
        <pc:spChg chg="add mod">
          <ac:chgData name="Masuda, Isamu (増田 勇)" userId="d3e5b3f7-6854-418d-836d-cdbffc4e55c6" providerId="ADAL" clId="{5E14C0F0-499C-43DF-9E2F-78773019B8FE}" dt="2023-06-15T05:00:12.717" v="1348" actId="20577"/>
          <ac:spMkLst>
            <pc:docMk/>
            <pc:sldMk cId="2735648938" sldId="141169155"/>
            <ac:spMk id="31" creationId="{07F89B81-AC62-CF3C-6BD3-9ED3BA426A26}"/>
          </ac:spMkLst>
        </pc:spChg>
        <pc:grpChg chg="mod">
          <ac:chgData name="Masuda, Isamu (増田 勇)" userId="d3e5b3f7-6854-418d-836d-cdbffc4e55c6" providerId="ADAL" clId="{5E14C0F0-499C-43DF-9E2F-78773019B8FE}" dt="2023-06-15T04:53:33.730" v="726" actId="1076"/>
          <ac:grpSpMkLst>
            <pc:docMk/>
            <pc:sldMk cId="2735648938" sldId="141169155"/>
            <ac:grpSpMk id="9" creationId="{BA6CC057-D334-9DCD-B5B0-2973343BCAE3}"/>
          </ac:grpSpMkLst>
        </pc:grp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4" creationId="{C5910449-E3F8-FAC5-E318-0BB19A5E4697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6" creationId="{347C4026-8688-B234-2F75-4FAEDF2A2CDB}"/>
          </ac:graphicFrameMkLst>
        </pc:graphicFrameChg>
        <pc:picChg chg="add del mod">
          <ac:chgData name="Masuda, Isamu (増田 勇)" userId="d3e5b3f7-6854-418d-836d-cdbffc4e55c6" providerId="ADAL" clId="{5E14C0F0-499C-43DF-9E2F-78773019B8FE}" dt="2023-06-15T04:57:08.374" v="1121" actId="478"/>
          <ac:picMkLst>
            <pc:docMk/>
            <pc:sldMk cId="2735648938" sldId="141169155"/>
            <ac:picMk id="25" creationId="{ABDA59BE-DBC1-22F3-A092-A4EC49F68B74}"/>
          </ac:picMkLst>
        </pc:picChg>
        <pc:picChg chg="add del mod">
          <ac:chgData name="Masuda, Isamu (増田 勇)" userId="d3e5b3f7-6854-418d-836d-cdbffc4e55c6" providerId="ADAL" clId="{5E14C0F0-499C-43DF-9E2F-78773019B8FE}" dt="2023-06-15T04:57:44.336" v="1125" actId="478"/>
          <ac:picMkLst>
            <pc:docMk/>
            <pc:sldMk cId="2735648938" sldId="141169155"/>
            <ac:picMk id="27" creationId="{49C0E1E0-E861-67ED-6AAB-93B37A0C90B5}"/>
          </ac:picMkLst>
        </pc:picChg>
        <pc:picChg chg="add mod">
          <ac:chgData name="Masuda, Isamu (増田 勇)" userId="d3e5b3f7-6854-418d-836d-cdbffc4e55c6" providerId="ADAL" clId="{5E14C0F0-499C-43DF-9E2F-78773019B8FE}" dt="2023-06-15T04:58:18.290" v="1132" actId="1076"/>
          <ac:picMkLst>
            <pc:docMk/>
            <pc:sldMk cId="2735648938" sldId="141169155"/>
            <ac:picMk id="29" creationId="{CD99BCE9-3C1A-4655-DB07-6432D2F7BA2A}"/>
          </ac:picMkLst>
        </pc:picChg>
      </pc:sldChg>
      <pc:sldChg chg="addSp delSp modSp add mod">
        <pc:chgData name="Masuda, Isamu (増田 勇)" userId="d3e5b3f7-6854-418d-836d-cdbffc4e55c6" providerId="ADAL" clId="{5E14C0F0-499C-43DF-9E2F-78773019B8FE}" dt="2023-06-15T05:12:22.172" v="1797" actId="14100"/>
        <pc:sldMkLst>
          <pc:docMk/>
          <pc:sldMk cId="3391190688" sldId="141169156"/>
        </pc:sldMkLst>
        <pc:spChg chg="mod">
          <ac:chgData name="Masuda, Isamu (増田 勇)" userId="d3e5b3f7-6854-418d-836d-cdbffc4e55c6" providerId="ADAL" clId="{5E14C0F0-499C-43DF-9E2F-78773019B8FE}" dt="2023-06-15T05:01:36.210" v="1624" actId="20577"/>
          <ac:spMkLst>
            <pc:docMk/>
            <pc:sldMk cId="3391190688" sldId="141169156"/>
            <ac:spMk id="3" creationId="{EE62ED8C-C517-3F8F-4DF6-544F3A46CBAC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4" creationId="{8B457536-3FA4-6724-D86E-3A14DB0C68D8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7" creationId="{3B412AA7-36A4-C881-F3AA-B3656A1F7D73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8" creationId="{D1D5EDB7-872E-166C-9303-D27338E57375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9" creationId="{05515ADC-AD03-21BD-7D5D-E604BA7E35FD}"/>
          </ac:spMkLst>
        </pc:spChg>
        <pc:spChg chg="add mod">
          <ac:chgData name="Masuda, Isamu (増田 勇)" userId="d3e5b3f7-6854-418d-836d-cdbffc4e55c6" providerId="ADAL" clId="{5E14C0F0-499C-43DF-9E2F-78773019B8FE}" dt="2023-06-15T05:11:49.674" v="1731" actId="14100"/>
          <ac:spMkLst>
            <pc:docMk/>
            <pc:sldMk cId="3391190688" sldId="141169156"/>
            <ac:spMk id="10" creationId="{6C474ED2-D13E-06D8-3416-3B138F84670B}"/>
          </ac:spMkLst>
        </pc:spChg>
        <pc:spChg chg="add mod">
          <ac:chgData name="Masuda, Isamu (増田 勇)" userId="d3e5b3f7-6854-418d-836d-cdbffc4e55c6" providerId="ADAL" clId="{5E14C0F0-499C-43DF-9E2F-78773019B8FE}" dt="2023-06-15T05:12:22.172" v="1797" actId="14100"/>
          <ac:spMkLst>
            <pc:docMk/>
            <pc:sldMk cId="3391190688" sldId="141169156"/>
            <ac:spMk id="11" creationId="{0FCBAEE2-B5C7-6532-EC17-FB32DC12D750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18" creationId="{B087A7D8-0ED9-F86F-E9CA-65B70232C4C8}"/>
          </ac:spMkLst>
        </pc:sp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6" creationId="{E45CE98D-AD4D-D1C8-F2B7-6DEBDEA78B3F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22" creationId="{FD97FB74-F16B-2C6A-885C-CF8EEE2BF308}"/>
          </ac:graphicFrameMkLst>
        </pc:graphicFrameChg>
        <pc:picChg chg="add mod">
          <ac:chgData name="Masuda, Isamu (増田 勇)" userId="d3e5b3f7-6854-418d-836d-cdbffc4e55c6" providerId="ADAL" clId="{5E14C0F0-499C-43DF-9E2F-78773019B8FE}" dt="2023-06-15T05:03:47.333" v="1728" actId="1076"/>
          <ac:picMkLst>
            <pc:docMk/>
            <pc:sldMk cId="3391190688" sldId="141169156"/>
            <ac:picMk id="5" creationId="{276A9530-5FCC-AD61-62CA-428AA8C9BE11}"/>
          </ac:picMkLst>
        </pc:picChg>
      </pc:sldChg>
      <pc:sldChg chg="add del">
        <pc:chgData name="Masuda, Isamu (増田 勇)" userId="d3e5b3f7-6854-418d-836d-cdbffc4e55c6" providerId="ADAL" clId="{5E14C0F0-499C-43DF-9E2F-78773019B8FE}" dt="2023-06-16T01:42:43.162" v="1818" actId="47"/>
        <pc:sldMkLst>
          <pc:docMk/>
          <pc:sldMk cId="2097884131" sldId="141169208"/>
        </pc:sldMkLst>
      </pc:sldChg>
    </pc:docChg>
  </pc:docChgLst>
  <pc:docChgLst>
    <pc:chgData name="Ito, Norihiko (伊藤 憲彦)" userId="5a8f3f76-8491-4b6e-9a40-fdada8eb586e" providerId="ADAL" clId="{B856291A-9A7B-48F7-ABEC-1A68242E1DC3}"/>
    <pc:docChg chg="undo custSel addSld delSld modSld">
      <pc:chgData name="Ito, Norihiko (伊藤 憲彦)" userId="5a8f3f76-8491-4b6e-9a40-fdada8eb586e" providerId="ADAL" clId="{B856291A-9A7B-48F7-ABEC-1A68242E1DC3}" dt="2022-12-07T01:07:37.926" v="5341" actId="6549"/>
      <pc:docMkLst>
        <pc:docMk/>
      </pc:docMkLst>
      <pc:sldChg chg="del">
        <pc:chgData name="Ito, Norihiko (伊藤 憲彦)" userId="5a8f3f76-8491-4b6e-9a40-fdada8eb586e" providerId="ADAL" clId="{B856291A-9A7B-48F7-ABEC-1A68242E1DC3}" dt="2022-11-28T06:55:32.969" v="42" actId="47"/>
        <pc:sldMkLst>
          <pc:docMk/>
          <pc:sldMk cId="1061451054" sldId="273"/>
        </pc:sldMkLst>
      </pc:sldChg>
      <pc:sldChg chg="modSp mod">
        <pc:chgData name="Ito, Norihiko (伊藤 憲彦)" userId="5a8f3f76-8491-4b6e-9a40-fdada8eb586e" providerId="ADAL" clId="{B856291A-9A7B-48F7-ABEC-1A68242E1DC3}" dt="2022-12-05T02:07:59.934" v="5174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B856291A-9A7B-48F7-ABEC-1A68242E1DC3}" dt="2022-12-05T02:07:31.120" v="5138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B856291A-9A7B-48F7-ABEC-1A68242E1DC3}" dt="2022-12-05T02:07:59.934" v="5174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B856291A-9A7B-48F7-ABEC-1A68242E1DC3}" dt="2022-12-05T02:07:42.092" v="5153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B856291A-9A7B-48F7-ABEC-1A68242E1DC3}" dt="2022-12-05T02:08:17.089" v="5185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B856291A-9A7B-48F7-ABEC-1A68242E1DC3}" dt="2022-12-05T02:08:17.089" v="5185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B856291A-9A7B-48F7-ABEC-1A68242E1DC3}" dt="2022-12-01T07:17:53.383" v="4785" actId="47"/>
        <pc:sldMkLst>
          <pc:docMk/>
          <pc:sldMk cId="1260283265" sldId="280"/>
        </pc:sldMkLst>
      </pc:sldChg>
      <pc:sldChg chg="addSp modSp mod">
        <pc:chgData name="Ito, Norihiko (伊藤 憲彦)" userId="5a8f3f76-8491-4b6e-9a40-fdada8eb586e" providerId="ADAL" clId="{B856291A-9A7B-48F7-ABEC-1A68242E1DC3}" dt="2022-12-05T02:07:10.305" v="5131" actId="20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56291A-9A7B-48F7-ABEC-1A68242E1DC3}" dt="2022-11-28T06:01:09.435" v="2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56291A-9A7B-48F7-ABEC-1A68242E1DC3}" dt="2022-12-05T02:06:29.390" v="5100" actId="6549"/>
          <ac:spMkLst>
            <pc:docMk/>
            <pc:sldMk cId="3021197836" sldId="11740"/>
            <ac:spMk id="3" creationId="{B1EEFEF5-232D-4A49-950C-59B3F2442796}"/>
          </ac:spMkLst>
        </pc:spChg>
        <pc:spChg chg="add mod">
          <ac:chgData name="Ito, Norihiko (伊藤 憲彦)" userId="5a8f3f76-8491-4b6e-9a40-fdada8eb586e" providerId="ADAL" clId="{B856291A-9A7B-48F7-ABEC-1A68242E1DC3}" dt="2022-12-05T02:07:10.305" v="5131" actId="207"/>
          <ac:spMkLst>
            <pc:docMk/>
            <pc:sldMk cId="3021197836" sldId="11740"/>
            <ac:spMk id="5" creationId="{06753E1E-9E3E-71B5-2A6D-03430033A2FC}"/>
          </ac:spMkLst>
        </pc:spChg>
      </pc:sldChg>
      <pc:sldChg chg="del">
        <pc:chgData name="Ito, Norihiko (伊藤 憲彦)" userId="5a8f3f76-8491-4b6e-9a40-fdada8eb586e" providerId="ADAL" clId="{B856291A-9A7B-48F7-ABEC-1A68242E1DC3}" dt="2022-11-28T06:55:36.070" v="44" actId="47"/>
        <pc:sldMkLst>
          <pc:docMk/>
          <pc:sldMk cId="1699586179" sldId="11742"/>
        </pc:sldMkLst>
      </pc:sldChg>
      <pc:sldChg chg="addSp delSp modSp mod">
        <pc:chgData name="Ito, Norihiko (伊藤 憲彦)" userId="5a8f3f76-8491-4b6e-9a40-fdada8eb586e" providerId="ADAL" clId="{B856291A-9A7B-48F7-ABEC-1A68242E1DC3}" dt="2022-12-07T01:06:29.254" v="5306" actId="14100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856291A-9A7B-48F7-ABEC-1A68242E1DC3}" dt="2022-12-01T07:12:57.071" v="4648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5:57:18.399" v="1911" actId="5793"/>
          <ac:spMkLst>
            <pc:docMk/>
            <pc:sldMk cId="3725738145" sldId="1174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" creationId="{55EDA4FD-AFEB-933E-907D-8FFB9CDBDA33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0" creationId="{DC4C76AB-212C-BF9C-F0BC-45C790129888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1" creationId="{30916650-0FB8-812F-BCA0-2C5BF1C97453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3" creationId="{4CD65488-8D7C-D5EE-126B-21B2189DB34A}"/>
          </ac:spMkLst>
        </pc:spChg>
        <pc:spChg chg="add mod">
          <ac:chgData name="Ito, Norihiko (伊藤 憲彦)" userId="5a8f3f76-8491-4b6e-9a40-fdada8eb586e" providerId="ADAL" clId="{B856291A-9A7B-48F7-ABEC-1A68242E1DC3}" dt="2022-12-01T06:51:55.595" v="4023" actId="1076"/>
          <ac:spMkLst>
            <pc:docMk/>
            <pc:sldMk cId="3725738145" sldId="11745"/>
            <ac:spMk id="24" creationId="{7B3AC83F-BD15-DDE6-E07A-560C2CA5AF2A}"/>
          </ac:spMkLst>
        </pc:spChg>
        <pc:spChg chg="add mod">
          <ac:chgData name="Ito, Norihiko (伊藤 憲彦)" userId="5a8f3f76-8491-4b6e-9a40-fdada8eb586e" providerId="ADAL" clId="{B856291A-9A7B-48F7-ABEC-1A68242E1DC3}" dt="2022-12-07T01:06:24.968" v="5305" actId="14100"/>
          <ac:spMkLst>
            <pc:docMk/>
            <pc:sldMk cId="3725738145" sldId="11745"/>
            <ac:spMk id="25" creationId="{A118C7E3-877F-C081-7A54-44F4836662B1}"/>
          </ac:spMkLst>
        </pc:spChg>
        <pc:spChg chg="add mod">
          <ac:chgData name="Ito, Norihiko (伊藤 憲彦)" userId="5a8f3f76-8491-4b6e-9a40-fdada8eb586e" providerId="ADAL" clId="{B856291A-9A7B-48F7-ABEC-1A68242E1DC3}" dt="2022-12-07T01:06:29.254" v="5306" actId="14100"/>
          <ac:spMkLst>
            <pc:docMk/>
            <pc:sldMk cId="3725738145" sldId="11745"/>
            <ac:spMk id="26" creationId="{0A942D39-EFAF-E521-582C-67C4B07E090F}"/>
          </ac:spMkLst>
        </pc:spChg>
        <pc:spChg chg="add mod">
          <ac:chgData name="Ito, Norihiko (伊藤 憲彦)" userId="5a8f3f76-8491-4b6e-9a40-fdada8eb586e" providerId="ADAL" clId="{B856291A-9A7B-48F7-ABEC-1A68242E1DC3}" dt="2022-12-01T06:52:03.931" v="4025" actId="14100"/>
          <ac:spMkLst>
            <pc:docMk/>
            <pc:sldMk cId="3725738145" sldId="11745"/>
            <ac:spMk id="27" creationId="{EF14AB5C-6BE9-F680-1BF1-7BE10BEAADA4}"/>
          </ac:spMkLst>
        </pc:spChg>
        <pc:spChg chg="add mod">
          <ac:chgData name="Ito, Norihiko (伊藤 憲彦)" userId="5a8f3f76-8491-4b6e-9a40-fdada8eb586e" providerId="ADAL" clId="{B856291A-9A7B-48F7-ABEC-1A68242E1DC3}" dt="2022-11-28T07:12:20.129" v="1828" actId="1076"/>
          <ac:spMkLst>
            <pc:docMk/>
            <pc:sldMk cId="3725738145" sldId="11745"/>
            <ac:spMk id="28" creationId="{ABCD0304-9BE3-782E-5B6F-EFE58049CB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0" creationId="{B3F78DDD-1566-5E73-5957-4B91077CD8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7" creationId="{5961FCC7-AAF3-2D82-EDBA-21DF8A3B7A6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0" creationId="{C6A966B9-D288-B15D-FD08-2455845DE6F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1" creationId="{930DBEF3-FD96-3F4B-1735-7E10C8D57D70}"/>
          </ac:spMkLst>
        </pc:spChg>
        <pc:cxnChg chg="del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882988621" sldId="1174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31807122" sldId="1174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34108526" sldId="1175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49854072" sldId="11754"/>
        </pc:sldMkLst>
      </pc:sldChg>
      <pc:sldChg chg="del">
        <pc:chgData name="Ito, Norihiko (伊藤 憲彦)" userId="5a8f3f76-8491-4b6e-9a40-fdada8eb586e" providerId="ADAL" clId="{B856291A-9A7B-48F7-ABEC-1A68242E1DC3}" dt="2022-11-28T06:55:34.358" v="43" actId="47"/>
        <pc:sldMkLst>
          <pc:docMk/>
          <pc:sldMk cId="3421046287" sldId="11761"/>
        </pc:sldMkLst>
      </pc:sldChg>
      <pc:sldChg chg="add del">
        <pc:chgData name="Ito, Norihiko (伊藤 憲彦)" userId="5a8f3f76-8491-4b6e-9a40-fdada8eb586e" providerId="ADAL" clId="{B856291A-9A7B-48F7-ABEC-1A68242E1DC3}" dt="2022-11-28T06:56:25.798" v="87" actId="47"/>
        <pc:sldMkLst>
          <pc:docMk/>
          <pc:sldMk cId="3769773596" sldId="11762"/>
        </pc:sldMkLst>
      </pc:sldChg>
      <pc:sldChg chg="add del">
        <pc:chgData name="Ito, Norihiko (伊藤 憲彦)" userId="5a8f3f76-8491-4b6e-9a40-fdada8eb586e" providerId="ADAL" clId="{B856291A-9A7B-48F7-ABEC-1A68242E1DC3}" dt="2022-11-28T06:56:25.194" v="86" actId="47"/>
        <pc:sldMkLst>
          <pc:docMk/>
          <pc:sldMk cId="2626453948" sldId="1176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220097685" sldId="1176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971524525" sldId="1176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113100332" sldId="1177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325825100" sldId="14116908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767880833" sldId="14116908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91920142" sldId="14116908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682857187" sldId="141169090"/>
        </pc:sldMkLst>
      </pc:sldChg>
      <pc:sldChg chg="del">
        <pc:chgData name="Ito, Norihiko (伊藤 憲彦)" userId="5a8f3f76-8491-4b6e-9a40-fdada8eb586e" providerId="ADAL" clId="{B856291A-9A7B-48F7-ABEC-1A68242E1DC3}" dt="2022-11-28T06:55:29.491" v="41" actId="47"/>
        <pc:sldMkLst>
          <pc:docMk/>
          <pc:sldMk cId="3351616140" sldId="141169091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781803556" sldId="141169092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158712742" sldId="141169093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725074665" sldId="14116909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046006771" sldId="14116909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959511400" sldId="14116909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454920411" sldId="141169099"/>
        </pc:sldMkLst>
      </pc:sldChg>
      <pc:sldChg chg="del">
        <pc:chgData name="Ito, Norihiko (伊藤 憲彦)" userId="5a8f3f76-8491-4b6e-9a40-fdada8eb586e" providerId="ADAL" clId="{B856291A-9A7B-48F7-ABEC-1A68242E1DC3}" dt="2022-12-01T07:17:52.206" v="4784" actId="47"/>
        <pc:sldMkLst>
          <pc:docMk/>
          <pc:sldMk cId="1203760687" sldId="141169100"/>
        </pc:sldMkLst>
      </pc:sldChg>
      <pc:sldChg chg="del">
        <pc:chgData name="Ito, Norihiko (伊藤 憲彦)" userId="5a8f3f76-8491-4b6e-9a40-fdada8eb586e" providerId="ADAL" clId="{B856291A-9A7B-48F7-ABEC-1A68242E1DC3}" dt="2022-11-28T06:55:37.385" v="45" actId="47"/>
        <pc:sldMkLst>
          <pc:docMk/>
          <pc:sldMk cId="3974218614" sldId="141169101"/>
        </pc:sldMkLst>
      </pc:sldChg>
      <pc:sldChg chg="add del">
        <pc:chgData name="Ito, Norihiko (伊藤 憲彦)" userId="5a8f3f76-8491-4b6e-9a40-fdada8eb586e" providerId="ADAL" clId="{B856291A-9A7B-48F7-ABEC-1A68242E1DC3}" dt="2022-11-28T06:56:26.530" v="88" actId="47"/>
        <pc:sldMkLst>
          <pc:docMk/>
          <pc:sldMk cId="854311255" sldId="141169103"/>
        </pc:sldMkLst>
      </pc:sldChg>
      <pc:sldChg chg="addSp delSp modSp mod">
        <pc:chgData name="Ito, Norihiko (伊藤 憲彦)" userId="5a8f3f76-8491-4b6e-9a40-fdada8eb586e" providerId="ADAL" clId="{B856291A-9A7B-48F7-ABEC-1A68242E1DC3}" dt="2022-12-01T07:23:34.380" v="5095" actId="12788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856291A-9A7B-48F7-ABEC-1A68242E1DC3}" dt="2022-12-01T07:17:58.853" v="4786" actId="6549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7:18:48.272" v="4984"/>
          <ac:spMkLst>
            <pc:docMk/>
            <pc:sldMk cId="502378239" sldId="141169104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B856291A-9A7B-48F7-ABEC-1A68242E1DC3}" dt="2022-12-01T07:23:13.825" v="5092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0" creationId="{9F559D1E-4848-2FF4-5DC9-929D25B1A2B5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7" creationId="{B454C526-3B3F-31EB-8143-EA69104A06A4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B856291A-9A7B-48F7-ABEC-1A68242E1DC3}" dt="2022-12-01T07:23:34.380" v="5095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7" creationId="{9F6DB41E-3EFB-EEB7-68BD-1091ED885DC9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0" creationId="{C04B6C9D-15D3-6627-529B-3193A2B592CB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1" creationId="{4FF595A1-1D31-6E40-506A-4BA3D57C896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4" creationId="{C77D18B2-F7B4-8AF6-248B-192A91AA71F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5" creationId="{98DA5F90-F9DF-5D1A-08D4-03422308DABB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36" creationId="{0DC6328F-0EC0-52D5-2CB0-09C2FF7B2EFB}"/>
          </ac:spMkLst>
        </pc:spChg>
        <pc:grpChg chg="add del mod">
          <ac:chgData name="Ito, Norihiko (伊藤 憲彦)" userId="5a8f3f76-8491-4b6e-9a40-fdada8eb586e" providerId="ADAL" clId="{B856291A-9A7B-48F7-ABEC-1A68242E1DC3}" dt="2022-12-01T07:22:37.595" v="5086" actId="165"/>
          <ac:grpSpMkLst>
            <pc:docMk/>
            <pc:sldMk cId="502378239" sldId="141169104"/>
            <ac:grpSpMk id="5" creationId="{6AA70E70-FFBF-69D9-779D-7DB27EF1119F}"/>
          </ac:grpSpMkLst>
        </pc:grpChg>
        <pc:grpChg chg="add mod">
          <ac:chgData name="Ito, Norihiko (伊藤 憲彦)" userId="5a8f3f76-8491-4b6e-9a40-fdada8eb586e" providerId="ADAL" clId="{B856291A-9A7B-48F7-ABEC-1A68242E1DC3}" dt="2022-12-01T07:23:34.380" v="5095" actId="12788"/>
          <ac:grpSpMkLst>
            <pc:docMk/>
            <pc:sldMk cId="502378239" sldId="141169104"/>
            <ac:grpSpMk id="6" creationId="{84EA106A-B171-4DFD-E9AC-48E948896A90}"/>
          </ac:grpSpMkLst>
        </pc:grpChg>
        <pc:cxnChg chg="mod topLvl">
          <ac:chgData name="Ito, Norihiko (伊藤 憲彦)" userId="5a8f3f76-8491-4b6e-9a40-fdada8eb586e" providerId="ADAL" clId="{B856291A-9A7B-48F7-ABEC-1A68242E1DC3}" dt="2022-12-01T07:23:27.077" v="509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B856291A-9A7B-48F7-ABEC-1A68242E1DC3}" dt="2022-12-01T07:23:31.308" v="5094" actId="12788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9" creationId="{6DF91F28-0AF9-40A9-53D5-6C6B662BF8E7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2" creationId="{C8D0B01E-7973-3C97-F9F7-2E857EFC4D00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3" creationId="{BC5E9C51-4CC7-1DF6-F6E2-3112754EB310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39" creationId="{44667A1D-94FE-FE2D-F24E-B89585C490B1}"/>
          </ac:cxnSpMkLst>
        </pc:cxnChg>
      </pc:sldChg>
      <pc:sldChg chg="addSp delSp modSp add mod">
        <pc:chgData name="Ito, Norihiko (伊藤 憲彦)" userId="5a8f3f76-8491-4b6e-9a40-fdada8eb586e" providerId="ADAL" clId="{B856291A-9A7B-48F7-ABEC-1A68242E1DC3}" dt="2022-12-07T01:07:37.926" v="5341" actId="6549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B856291A-9A7B-48F7-ABEC-1A68242E1DC3}" dt="2022-12-01T05:57:48.802" v="1946" actId="6549"/>
          <ac:spMkLst>
            <pc:docMk/>
            <pc:sldMk cId="1304378143" sldId="14116910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7T01:07:17.810" v="5316"/>
          <ac:spMkLst>
            <pc:docMk/>
            <pc:sldMk cId="1304378143" sldId="14116910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" creationId="{55EDA4FD-AFEB-933E-907D-8FFB9CDBDA33}"/>
          </ac:spMkLst>
        </pc:spChg>
        <pc:spChg chg="add mod">
          <ac:chgData name="Ito, Norihiko (伊藤 憲彦)" userId="5a8f3f76-8491-4b6e-9a40-fdada8eb586e" providerId="ADAL" clId="{B856291A-9A7B-48F7-ABEC-1A68242E1DC3}" dt="2022-12-07T01:07:37.926" v="5341" actId="6549"/>
          <ac:spMkLst>
            <pc:docMk/>
            <pc:sldMk cId="1304378143" sldId="141169105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0" creationId="{DC4C76AB-212C-BF9C-F0BC-45C79012988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1" creationId="{76CC85C2-1E12-0408-9EA6-0D331B5F6AF4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3" creationId="{4CD65488-8D7C-D5EE-126B-21B2189DB34A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4" creationId="{D5FB70B0-3DBD-9E43-D562-97904C6839F8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5" creationId="{1A472A83-0339-1C28-B1F8-57FF81E13F3B}"/>
          </ac:spMkLst>
        </pc:spChg>
        <pc:spChg chg="add mod">
          <ac:chgData name="Ito, Norihiko (伊藤 憲彦)" userId="5a8f3f76-8491-4b6e-9a40-fdada8eb586e" providerId="ADAL" clId="{B856291A-9A7B-48F7-ABEC-1A68242E1DC3}" dt="2022-12-01T07:17:20.474" v="4781" actId="207"/>
          <ac:spMkLst>
            <pc:docMk/>
            <pc:sldMk cId="1304378143" sldId="141169105"/>
            <ac:spMk id="26" creationId="{98D63D2F-E193-AC7A-2B65-37F04ED9AA5E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7" creationId="{A2B01338-3906-67FE-4968-11E71D9B341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8" creationId="{CA5C7397-B8BD-037E-940A-E1945357BD4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9" creationId="{B13BEE37-86EE-5588-1990-FC0A20AFB153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0" creationId="{9D8078E7-746D-B1B9-F64D-10E1FC7AAA8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1" creationId="{41DBE97F-04FF-D247-083A-1D42F7E3B009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3" creationId="{C312167C-911F-B900-F6C8-484B72215AEA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4" creationId="{A3B76A08-28C4-212E-4673-A14F33DDE011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5" creationId="{CA9E6779-3341-C26F-F7CC-A1D33271A6D4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37" creationId="{DE4AB27F-8309-9024-3BE1-A608BFEAED14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8" creationId="{98B90A8F-F198-8DE8-D66C-50996127A396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9" creationId="{A2E150D3-029F-497F-4E26-DC956F0598C4}"/>
          </ac:spMkLst>
        </pc:spChg>
        <pc:spChg chg="add mod">
          <ac:chgData name="Ito, Norihiko (伊藤 憲彦)" userId="5a8f3f76-8491-4b6e-9a40-fdada8eb586e" providerId="ADAL" clId="{B856291A-9A7B-48F7-ABEC-1A68242E1DC3}" dt="2022-12-01T07:06:26.761" v="4416"/>
          <ac:spMkLst>
            <pc:docMk/>
            <pc:sldMk cId="1304378143" sldId="141169105"/>
            <ac:spMk id="40" creationId="{A49F2CF9-5AE7-7E1A-C55D-C1A6B7A2464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0" creationId="{B3F78DDD-1566-5E73-5957-4B91077CD88E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1" creationId="{688AB551-9CC8-6D2B-1C7D-35E110835203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2" creationId="{B5000040-1E68-AE42-8639-6980EAF3C587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54" creationId="{30C42C8B-8C28-792F-3667-0FAD8FDBB7D3}"/>
          </ac:spMkLst>
        </pc:spChg>
        <pc:spChg chg="add mod">
          <ac:chgData name="Ito, Norihiko (伊藤 憲彦)" userId="5a8f3f76-8491-4b6e-9a40-fdada8eb586e" providerId="ADAL" clId="{B856291A-9A7B-48F7-ABEC-1A68242E1DC3}" dt="2022-12-07T01:07:23.203" v="5326"/>
          <ac:spMkLst>
            <pc:docMk/>
            <pc:sldMk cId="1304378143" sldId="141169105"/>
            <ac:spMk id="55" creationId="{913C6269-7A9E-667F-0D82-213A01CF2C8E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7" creationId="{5961FCC7-AAF3-2D82-EDBA-21DF8A3B7A6C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8" creationId="{31A41F61-1DB3-DBAA-2EAD-DCA046C17AC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0" creationId="{C6A966B9-D288-B15D-FD08-2455845DE6F9}"/>
          </ac:spMkLst>
        </pc:spChg>
        <pc:spChg chg="del mod">
          <ac:chgData name="Ito, Norihiko (伊藤 憲彦)" userId="5a8f3f76-8491-4b6e-9a40-fdada8eb586e" providerId="ADAL" clId="{B856291A-9A7B-48F7-ABEC-1A68242E1DC3}" dt="2022-12-01T07:10:58.481" v="4623" actId="478"/>
          <ac:spMkLst>
            <pc:docMk/>
            <pc:sldMk cId="1304378143" sldId="14116910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1" creationId="{930DBEF3-FD96-3F4B-1735-7E10C8D57D70}"/>
          </ac:spMkLst>
        </pc:spChg>
        <pc:grpChg chg="add del mod">
          <ac:chgData name="Ito, Norihiko (伊藤 憲彦)" userId="5a8f3f76-8491-4b6e-9a40-fdada8eb586e" providerId="ADAL" clId="{B856291A-9A7B-48F7-ABEC-1A68242E1DC3}" dt="2022-12-01T06:44:42.240" v="3130" actId="165"/>
          <ac:grpSpMkLst>
            <pc:docMk/>
            <pc:sldMk cId="1304378143" sldId="141169105"/>
            <ac:grpSpMk id="32" creationId="{820DFC9F-E957-5ADF-34CC-102204B223C1}"/>
          </ac:grpSpMkLst>
        </pc:grpChg>
        <pc:grpChg chg="add mod">
          <ac:chgData name="Ito, Norihiko (伊藤 憲彦)" userId="5a8f3f76-8491-4b6e-9a40-fdada8eb586e" providerId="ADAL" clId="{B856291A-9A7B-48F7-ABEC-1A68242E1DC3}" dt="2022-12-01T07:14:37.832" v="4650" actId="1076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03" creationId="{B7EB5C02-436C-E64B-22FF-3939BA4021C0}"/>
          </ac:cxnSpMkLst>
        </pc:cxnChg>
      </pc:sldChg>
    </pc:docChg>
  </pc:docChgLst>
  <pc:docChgLst>
    <pc:chgData name="Ito, Norihiko (伊藤 憲彦)" userId="5a8f3f76-8491-4b6e-9a40-fdada8eb586e" providerId="ADAL" clId="{B80DF5DB-24F6-4008-A1D9-031FDE269A4D}"/>
    <pc:docChg chg="undo custSel addSld delSld modSld sldOrd">
      <pc:chgData name="Ito, Norihiko (伊藤 憲彦)" userId="5a8f3f76-8491-4b6e-9a40-fdada8eb586e" providerId="ADAL" clId="{B80DF5DB-24F6-4008-A1D9-031FDE269A4D}" dt="2023-01-27T13:56:55.115" v="1338"/>
      <pc:docMkLst>
        <pc:docMk/>
      </pc:docMkLst>
      <pc:sldChg chg="modSp mod">
        <pc:chgData name="Ito, Norihiko (伊藤 憲彦)" userId="5a8f3f76-8491-4b6e-9a40-fdada8eb586e" providerId="ADAL" clId="{B80DF5DB-24F6-4008-A1D9-031FDE269A4D}" dt="2023-01-27T09:51:20.262" v="1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0DF5DB-24F6-4008-A1D9-031FDE269A4D}" dt="2023-01-27T09:51:20.262" v="1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0DF5DB-24F6-4008-A1D9-031FDE269A4D}" dt="2023-01-27T09:51:12.539" v="6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B80DF5DB-24F6-4008-A1D9-031FDE269A4D}" dt="2023-01-27T09:51:24.455" v="18" actId="47"/>
        <pc:sldMkLst>
          <pc:docMk/>
          <pc:sldMk cId="2170855867" sldId="141169106"/>
        </pc:sldMkLst>
      </pc:sldChg>
      <pc:sldChg chg="addSp delSp modSp add mod ord">
        <pc:chgData name="Ito, Norihiko (伊藤 憲彦)" userId="5a8f3f76-8491-4b6e-9a40-fdada8eb586e" providerId="ADAL" clId="{B80DF5DB-24F6-4008-A1D9-031FDE269A4D}" dt="2023-01-27T13:56:55.115" v="1338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B80DF5DB-24F6-4008-A1D9-031FDE269A4D}" dt="2023-01-27T09:52:01.389" v="59" actId="6549"/>
          <ac:spMkLst>
            <pc:docMk/>
            <pc:sldMk cId="1052211031" sldId="14116911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0DF5DB-24F6-4008-A1D9-031FDE269A4D}" dt="2023-01-27T09:52:41.953" v="173" actId="14100"/>
          <ac:spMkLst>
            <pc:docMk/>
            <pc:sldMk cId="1052211031" sldId="141169116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4" creationId="{C5A6308D-D19F-14D8-9916-38EA5289A5C3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5" creationId="{BCE24B60-D7A3-D584-EC03-AF038D8E6DE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6" creationId="{35E6D7E7-3188-4D56-0753-622881019C4C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8" creationId="{7D93F0E2-2E28-AEA7-2401-1EFA5B2C7443}"/>
          </ac:spMkLst>
        </pc:spChg>
        <pc:spChg chg="add mod">
          <ac:chgData name="Ito, Norihiko (伊藤 憲彦)" userId="5a8f3f76-8491-4b6e-9a40-fdada8eb586e" providerId="ADAL" clId="{B80DF5DB-24F6-4008-A1D9-031FDE269A4D}" dt="2023-01-27T13:53:27.372" v="1045"/>
          <ac:spMkLst>
            <pc:docMk/>
            <pc:sldMk cId="1052211031" sldId="141169116"/>
            <ac:spMk id="9" creationId="{A38C5484-1D92-BCA7-6EFF-1349FC1AE31C}"/>
          </ac:spMkLst>
        </pc:spChg>
        <pc:spChg chg="add mod">
          <ac:chgData name="Ito, Norihiko (伊藤 憲彦)" userId="5a8f3f76-8491-4b6e-9a40-fdada8eb586e" providerId="ADAL" clId="{B80DF5DB-24F6-4008-A1D9-031FDE269A4D}" dt="2023-01-27T10:02:00.175" v="425" actId="6549"/>
          <ac:spMkLst>
            <pc:docMk/>
            <pc:sldMk cId="1052211031" sldId="141169116"/>
            <ac:spMk id="10" creationId="{259B45D9-A879-8B52-DF78-086C2813F089}"/>
          </ac:spMkLst>
        </pc:spChg>
        <pc:spChg chg="add mod">
          <ac:chgData name="Ito, Norihiko (伊藤 憲彦)" userId="5a8f3f76-8491-4b6e-9a40-fdada8eb586e" providerId="ADAL" clId="{B80DF5DB-24F6-4008-A1D9-031FDE269A4D}" dt="2023-01-27T13:51:21.970" v="985"/>
          <ac:spMkLst>
            <pc:docMk/>
            <pc:sldMk cId="1052211031" sldId="141169116"/>
            <ac:spMk id="11" creationId="{9E00D619-2B9C-FE46-77B5-41B1C163F73A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3" creationId="{8086DB6E-DAEB-35EB-0388-56E3009CC797}"/>
          </ac:spMkLst>
        </pc:spChg>
        <pc:spChg chg="del">
          <ac:chgData name="Ito, Norihiko (伊藤 憲彦)" userId="5a8f3f76-8491-4b6e-9a40-fdada8eb586e" providerId="ADAL" clId="{B80DF5DB-24F6-4008-A1D9-031FDE269A4D}" dt="2023-01-27T09:52:04.434" v="60" actId="478"/>
          <ac:spMkLst>
            <pc:docMk/>
            <pc:sldMk cId="1052211031" sldId="141169116"/>
            <ac:spMk id="14" creationId="{636272DD-DCEA-A0FA-377E-7D8A42237C7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5" creationId="{B0C3954C-D997-98A0-E8C0-068C7CDBB52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7" creationId="{889C8E45-9E49-99D0-1A3A-485437F704B4}"/>
          </ac:spMkLst>
        </pc:spChg>
        <pc:spChg chg="add mod">
          <ac:chgData name="Ito, Norihiko (伊藤 憲彦)" userId="5a8f3f76-8491-4b6e-9a40-fdada8eb586e" providerId="ADAL" clId="{B80DF5DB-24F6-4008-A1D9-031FDE269A4D}" dt="2023-01-27T13:53:10.137" v="1039"/>
          <ac:spMkLst>
            <pc:docMk/>
            <pc:sldMk cId="1052211031" sldId="141169116"/>
            <ac:spMk id="18" creationId="{82552F18-1AA2-A36F-D49D-EC94F67AA6B4}"/>
          </ac:spMkLst>
        </pc:spChg>
        <pc:spChg chg="add mod">
          <ac:chgData name="Ito, Norihiko (伊藤 憲彦)" userId="5a8f3f76-8491-4b6e-9a40-fdada8eb586e" providerId="ADAL" clId="{B80DF5DB-24F6-4008-A1D9-031FDE269A4D}" dt="2023-01-27T13:45:51.143" v="764"/>
          <ac:spMkLst>
            <pc:docMk/>
            <pc:sldMk cId="1052211031" sldId="141169116"/>
            <ac:spMk id="19" creationId="{0D518381-7C4B-25F1-DE02-C204457F2046}"/>
          </ac:spMkLst>
        </pc:spChg>
        <pc:spChg chg="add mod">
          <ac:chgData name="Ito, Norihiko (伊藤 憲彦)" userId="5a8f3f76-8491-4b6e-9a40-fdada8eb586e" providerId="ADAL" clId="{B80DF5DB-24F6-4008-A1D9-031FDE269A4D}" dt="2023-01-27T13:44:40.980" v="634"/>
          <ac:spMkLst>
            <pc:docMk/>
            <pc:sldMk cId="1052211031" sldId="141169116"/>
            <ac:spMk id="20" creationId="{BD34CED6-6C38-6D9A-68ED-A51FCA2CF8E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1" creationId="{326C6247-19C3-9927-B529-4D3D3D96D756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2" creationId="{A8F02D78-35BA-45A9-513F-1E7C159D893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4" creationId="{704B2DD1-FFB2-5EDA-F77E-84431F837E7C}"/>
          </ac:spMkLst>
        </pc:spChg>
        <pc:spChg chg="add mod">
          <ac:chgData name="Ito, Norihiko (伊藤 憲彦)" userId="5a8f3f76-8491-4b6e-9a40-fdada8eb586e" providerId="ADAL" clId="{B80DF5DB-24F6-4008-A1D9-031FDE269A4D}" dt="2023-01-27T13:53:30.368" v="1051"/>
          <ac:spMkLst>
            <pc:docMk/>
            <pc:sldMk cId="1052211031" sldId="141169116"/>
            <ac:spMk id="25" creationId="{EE80865B-9041-F5B2-F391-B2AB7E7A6517}"/>
          </ac:spMkLst>
        </pc:spChg>
        <pc:spChg chg="add mod">
          <ac:chgData name="Ito, Norihiko (伊藤 憲彦)" userId="5a8f3f76-8491-4b6e-9a40-fdada8eb586e" providerId="ADAL" clId="{B80DF5DB-24F6-4008-A1D9-031FDE269A4D}" dt="2023-01-27T13:56:24.466" v="1336"/>
          <ac:spMkLst>
            <pc:docMk/>
            <pc:sldMk cId="1052211031" sldId="141169116"/>
            <ac:spMk id="26" creationId="{BD4E24EE-F1C0-D939-5947-B45BEC43CFD6}"/>
          </ac:spMkLst>
        </pc:spChg>
        <pc:spChg chg="add mod">
          <ac:chgData name="Ito, Norihiko (伊藤 憲彦)" userId="5a8f3f76-8491-4b6e-9a40-fdada8eb586e" providerId="ADAL" clId="{B80DF5DB-24F6-4008-A1D9-031FDE269A4D}" dt="2023-01-27T13:46:51.469" v="788"/>
          <ac:spMkLst>
            <pc:docMk/>
            <pc:sldMk cId="1052211031" sldId="141169116"/>
            <ac:spMk id="27" creationId="{D0767820-26D7-627A-D6B1-F3D7889C1F2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8" creationId="{4F91E500-7C45-3E5A-6FB7-1A893E7AAF99}"/>
          </ac:spMkLst>
        </pc:spChg>
        <pc:picChg chg="del">
          <ac:chgData name="Ito, Norihiko (伊藤 憲彦)" userId="5a8f3f76-8491-4b6e-9a40-fdada8eb586e" providerId="ADAL" clId="{B80DF5DB-24F6-4008-A1D9-031FDE269A4D}" dt="2023-01-27T09:52:04.434" v="60" actId="478"/>
          <ac:picMkLst>
            <pc:docMk/>
            <pc:sldMk cId="1052211031" sldId="141169116"/>
            <ac:picMk id="12" creationId="{341B6BB6-A285-A557-30D1-6AFECD065010}"/>
          </ac:picMkLst>
        </pc:pic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7" creationId="{646C63AC-8E78-2887-A88E-4AC898D4D5D3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16" creationId="{1EB33F3B-6D0C-1D59-DCF1-461D574F3ED6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23" creationId="{1815B827-38CC-5D76-0CB4-AEBB7C551CA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9A428-3ED0-40B2-BFCD-AFC7B19CF659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FDA0-C295-48E3-93FF-3EA140AD1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1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C96C0-CB27-4498-BA18-70CD9C31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9128" y="2174490"/>
            <a:ext cx="6683297" cy="1335475"/>
          </a:xfrm>
        </p:spPr>
        <p:txBody>
          <a:bodyPr anchor="b"/>
          <a:lstStyle>
            <a:lvl1pPr algn="ctr">
              <a:defRPr sz="3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7A892-BADB-46ED-8517-D467CF05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9128" y="3740083"/>
            <a:ext cx="6683297" cy="680030"/>
          </a:xfrm>
        </p:spPr>
        <p:txBody>
          <a:bodyPr/>
          <a:lstStyle>
            <a:lvl1pPr marL="0" indent="0" algn="ctr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FFCD547-6946-46C0-AAA5-14D1699E8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232" y="5639827"/>
            <a:ext cx="2220820" cy="13734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4659B6-2777-44EB-9B43-CF7A057283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15797" b="2580"/>
          <a:stretch/>
        </p:blipFill>
        <p:spPr>
          <a:xfrm>
            <a:off x="-1" y="0"/>
            <a:ext cx="527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9F6EB-0C9F-4EB2-9FC1-E6D97B1C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69316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ACAA9-C80B-49D2-A855-82CB70A1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3" y="960583"/>
            <a:ext cx="11854440" cy="5671127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320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0BB7D2-C385-40CC-A8CC-2C1B2C61031B}"/>
              </a:ext>
            </a:extLst>
          </p:cNvPr>
          <p:cNvSpPr/>
          <p:nvPr userDrawn="1"/>
        </p:nvSpPr>
        <p:spPr>
          <a:xfrm>
            <a:off x="1" y="-1"/>
            <a:ext cx="12178916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51EAAC1-9039-4C01-9DB9-88CA4A8DCD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45" y="1955621"/>
            <a:ext cx="7155910" cy="442536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A10E7C-244D-4F07-98D5-D83226DBE3B8}"/>
              </a:ext>
            </a:extLst>
          </p:cNvPr>
          <p:cNvSpPr txBox="1"/>
          <p:nvPr userDrawn="1"/>
        </p:nvSpPr>
        <p:spPr>
          <a:xfrm rot="16200000">
            <a:off x="5634335" y="-1708707"/>
            <a:ext cx="923330" cy="73375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216000"/>
            <a:r>
              <a:rPr kumimoji="1" lang="en-US" altLang="ja-JP" sz="48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Journey to Transformation</a:t>
            </a:r>
            <a:endParaRPr kumimoji="1" lang="ja-JP" altLang="en-US" sz="4800" i="1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7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696326-C77C-404E-BD5D-B75572B8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2E377-016F-4062-AAB8-AB4937666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54BB3-6C09-4C9D-9F65-A4250037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B7DB1F-D5C5-4731-8754-E4F71DFC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1BAE1-8DAE-4012-B3F4-053B70B6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05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AEDE4-76D3-4FBF-A62C-00B825D6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F91096-89A4-49C6-8987-37D9199F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04CF8-A554-42EA-B2F7-19E61D64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99634-32B5-4835-A121-015C2EDD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C781D2-7BBB-4E22-B6C1-8C6A59C1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6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E1782-FBD0-4A63-87BC-99B9853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089673-0B62-424D-B446-36AF0625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5490B-7263-4200-A206-5FE10E93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ED641-BB4C-49FD-80E3-5F126C35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AE77E-A266-40F6-BE67-958C6115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0C282-AED9-461F-B23E-84A7C454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29FC6-EEFA-4A98-8BF8-FF25D74D8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973C05-5F1C-4553-9811-99D2031E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DBE89D-58B2-45D6-A6FF-06E956B5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DCA53B-ECE5-4D91-A3A1-E90A4959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459D31-D1E2-4E74-9461-F396D512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582C-481E-4581-8684-C1E4BF94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1DD08-F666-4397-9629-CE7B6FB2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F0548-2C57-4588-AC50-008525B7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A4D400-6810-464E-AC2B-27FACE9B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D24276-7445-48A6-B9ED-496B7761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D422F3-3F51-4A59-972D-9C69266B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4531A2-27E4-44F4-A37E-4348087B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3D44A8-29D1-4614-9B30-2A7B4BE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58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64B5B-1B74-45B1-A3DA-BB6E1BCC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8612B4-5319-4E7A-8BA5-418821FB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57ECD0-8E95-4B4C-A96C-F984D1B8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4D90F4-3145-44D1-A99F-961EC15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0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4B9EFB-8D2D-4FCD-8F04-0C0F8B20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33B830-CD88-43FB-BAA8-2F90A782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B28462-9073-4486-8DFB-F04DE33A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0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80811-0295-4D63-9AF5-49BF6C20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F075D-1CB5-45D3-981B-B88D1ACD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BDEA10-7A07-43C3-B309-4F1814515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2F66C-5F78-4248-BB2F-4FA204BE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D23176-4C5B-4DEA-BF84-9BE3E0F2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13BC7A-70A9-4C28-AD00-C1E14C68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0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F814E-4EB2-4678-8019-8DB24EEF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009E74-7C6C-4084-B5BE-6EC55A333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5AB07E-11E6-4014-BACA-C09256B7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F1BC9-37B9-44B8-B936-910DA1B1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C33A6-3EE4-4332-BCFC-C756EE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995327-E699-450E-AB14-EF31C6FE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420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299C3-9DB4-4AA3-8D7E-B6837143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CD8AF5-E8C5-4EB3-9A26-F5CB6397D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6BE28-C390-4CAE-A781-FEFE1EF0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4D18E-6F46-4C67-B00F-5C6D8F83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695D1-2232-4DBD-8361-48219A0C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2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80AFC2-D390-47C6-9584-02C395FE7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83B12B-F874-4C2F-8573-3F957C523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DE0BBF-44FD-4E0C-B06E-60BA848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66BBF1-113B-4607-AF93-4ACA7534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17C84-8843-493D-92A0-A50E7015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1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309B93-B485-4872-9705-2EBAE49E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71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719F9-A788-46CB-8203-35FBABA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63" y="994352"/>
            <a:ext cx="11837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016A98-95E0-49E9-AA37-1CF2D4B6C062}"/>
              </a:ext>
            </a:extLst>
          </p:cNvPr>
          <p:cNvSpPr txBox="1"/>
          <p:nvPr userDrawn="1"/>
        </p:nvSpPr>
        <p:spPr>
          <a:xfrm>
            <a:off x="9619210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©2023 B&amp;DX Ltd.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D36A23-5CDC-4C64-8C39-BE27A56D8E53}"/>
              </a:ext>
            </a:extLst>
          </p:cNvPr>
          <p:cNvSpPr/>
          <p:nvPr userDrawn="1"/>
        </p:nvSpPr>
        <p:spPr>
          <a:xfrm>
            <a:off x="-14869" y="773635"/>
            <a:ext cx="12206869" cy="72000"/>
          </a:xfrm>
          <a:prstGeom prst="rect">
            <a:avLst/>
          </a:prstGeom>
          <a:gradFill flip="none" rotWithShape="1">
            <a:gsLst>
              <a:gs pos="12000">
                <a:schemeClr val="accent1">
                  <a:lumMod val="5000"/>
                  <a:lumOff val="95000"/>
                </a:schemeClr>
              </a:gs>
              <a:gs pos="39000">
                <a:srgbClr val="0DADE6"/>
              </a:gs>
              <a:gs pos="100000">
                <a:srgbClr val="02389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C4F54B5-D401-488F-ABD7-88D9907D1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" t="23195" r="60038" b="25165"/>
          <a:stretch/>
        </p:blipFill>
        <p:spPr>
          <a:xfrm>
            <a:off x="11453900" y="115016"/>
            <a:ext cx="633456" cy="59312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0CDF98-A4D6-464E-97E4-26B082031AAC}"/>
              </a:ext>
            </a:extLst>
          </p:cNvPr>
          <p:cNvSpPr txBox="1"/>
          <p:nvPr userDrawn="1"/>
        </p:nvSpPr>
        <p:spPr>
          <a:xfrm>
            <a:off x="4815017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72D836-E16D-4F58-93B7-9A1685B5540B}"/>
              </a:ext>
            </a:extLst>
          </p:cNvPr>
          <p:cNvSpPr txBox="1"/>
          <p:nvPr userDrawn="1"/>
        </p:nvSpPr>
        <p:spPr>
          <a:xfrm>
            <a:off x="-13032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fld id="{80D0F6C3-86DD-4FA8-8A36-403A2A70DBE0}" type="slidenum">
              <a:rPr kumimoji="1" lang="ja-JP" altLang="en-US" sz="1000" smtClean="0">
                <a:latin typeface="Meiryo UI" panose="020B0604030504040204" pitchFamily="50" charset="-128"/>
                <a:ea typeface="Meiryo UI" panose="020B0604030504040204" pitchFamily="50" charset="-128"/>
              </a:rPr>
              <a:pPr algn="l"/>
              <a:t>‹#›</a:t>
            </a:fld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9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551BB4-D8BA-4500-ADD9-2E321C80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604827-0063-4708-97C8-D1B29F57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BBDA7-D9B6-4733-9996-1B6DD6FE4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8428A-0770-4ACA-95A2-09EE077C2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6CE4F-2674-4C20-BB54-E917F81D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1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9688" y="275303"/>
            <a:ext cx="8145624" cy="597227"/>
          </a:xfrm>
        </p:spPr>
        <p:txBody>
          <a:bodyPr>
            <a:normAutofit/>
          </a:bodyPr>
          <a:lstStyle/>
          <a:p>
            <a:r>
              <a:rPr lang="ja-JP" altLang="en-US" sz="2400" b="1" dirty="0"/>
              <a:t>少額</a:t>
            </a:r>
            <a:r>
              <a:rPr kumimoji="1" lang="ja-JP" altLang="en-US" sz="2400" b="1" dirty="0"/>
              <a:t>払い対象チェックフローチャート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36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219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万円以下（総合口座貸越差引後）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死亡届受付時の元帳照会表の残高等合計額で判定（円貨預金のみ）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取引状況について、</a:t>
            </a:r>
            <a:b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・被相続人に融資、ローン、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住公、貸金庫、セーフティ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ケース、金地金、投資信託、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外貨預金、公共債の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がない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・僚店取引がない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791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本人確認について、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・死亡診断書、または住民票除票で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預金者の死亡</a:t>
            </a:r>
            <a:br>
              <a:rPr kumimoji="1" lang="en-US" altLang="ja-JP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確認ができた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・被相続人通帳と届出印持参＋ヒアリングに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より請求者が相続人だと確認できた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D282A0C-32B6-89ED-87B6-A7946887AFBB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少額払いの対象です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  <a:endParaRPr kumimoji="1" lang="en-US" altLang="ja-JP" sz="1800" b="1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簡易払いで対応できるケースもあります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BA6D4C2-790A-DB64-1A29-3A42CE4220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76339D7-8B2D-993F-EF84-1C32D4296892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7A9D828-3548-B5F4-972F-9D5DE8FF47E9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650A85C-0891-1A64-423E-1E383F428ADF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0EFA1A3-E4AA-D2D6-EA06-A67E348D0C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8CD31C6-FFE4-C5A5-9C2B-7B553EA55B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2D0B9A9-8EFB-B08B-DD77-62DD815C3B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862868A-E3EB-9C5C-0C60-0C2321F63C1A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E91B5FD-C1C9-D125-7FDA-7214861DB372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85CED18-DB63-3E5D-C7A5-4C0BB5DEAC5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D3233B-7289-915F-CA5A-BBB8FC7469F7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06F7B44-9E8F-3CF4-BF93-41322807D477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5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534" y="224527"/>
            <a:ext cx="5635690" cy="683311"/>
          </a:xfrm>
        </p:spPr>
        <p:txBody>
          <a:bodyPr>
            <a:normAutofit/>
          </a:bodyPr>
          <a:lstStyle/>
          <a:p>
            <a:r>
              <a:rPr kumimoji="1" lang="ja-JP" altLang="en-US" sz="2400" b="1" dirty="0"/>
              <a:t>簡易払い対象チェックフローチャート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9E56916-B724-1604-EEBC-1F150C354CF9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0B23783-3622-5755-B0EE-DB958893F48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362A4A-953E-6738-C79E-35EF66CDD978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DBC06F1-FFB2-CDD5-30A5-71DC99122EB8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951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632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投資信託・外貨預金・公共債含の合計額（総合口座貸越金差引後、僚店取引分含）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6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被相続人に融資・ローン、住公、貸金庫・セーフティケース、金地金の</a:t>
            </a:r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ない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受付時に取引があっても、解約・完済後は「取引なし」と判定してよい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無担保カードローンなら残高・未収利息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なら解約すれば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「取引なし」と判定してよい</a:t>
            </a:r>
            <a:endParaRPr kumimoji="1" lang="ja-JP" altLang="en-US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820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除籍謄本で預金者の死亡確認ができた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除籍謄本で請求者が相続人だと確認できた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69352"/>
            <a:ext cx="2166306" cy="334942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</a:rPr>
              <a:t>通常の相続手続を取ってください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91F8A5B-BB48-A9FE-3498-097066636BE4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3C5EEE5-5127-9189-9071-48B679E76EC0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簡易払いの対象です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68968837-1BFB-386A-A374-B1C9EC80F0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BC13F77-3D53-260F-CB33-3B70BEE50205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1C217BE-1B18-36D6-62E9-795C625F08A6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C954F89-8737-7599-A5A3-677619461556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75DAC98-5CDD-A0D3-5B11-C394D7E19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8D7E1BA-EBBC-5B99-0B2E-19091935AC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802BF57-8C2A-93A8-2400-668567A6DC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3698C90-57DB-C38C-F5DB-5F1D3516DF61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828024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905FF098572F41993FFE1C1C4E8280" ma:contentTypeVersion="3" ma:contentTypeDescription="新しいドキュメントを作成します。" ma:contentTypeScope="" ma:versionID="990a877b01427fbfd5aa1ac303949632">
  <xsd:schema xmlns:xsd="http://www.w3.org/2001/XMLSchema" xmlns:xs="http://www.w3.org/2001/XMLSchema" xmlns:p="http://schemas.microsoft.com/office/2006/metadata/properties" xmlns:ns2="8e8d5e89-3183-4d34-a2a3-ea9099e9399d" targetNamespace="http://schemas.microsoft.com/office/2006/metadata/properties" ma:root="true" ma:fieldsID="1a66e2b30ec53372cce00991300f90b9" ns2:_="">
    <xsd:import namespace="8e8d5e89-3183-4d34-a2a3-ea9099e939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d5e89-3183-4d34-a2a3-ea9099e93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636D0B-34C7-40BC-9CAB-C55BAD747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1F8F4D-DB1E-4670-9AA4-1D9D4DE8E278}"/>
</file>

<file path=customXml/itemProps3.xml><?xml version="1.0" encoding="utf-8"?>
<ds:datastoreItem xmlns:ds="http://schemas.openxmlformats.org/officeDocument/2006/customXml" ds:itemID="{720CFA28-3FDB-4BDB-8913-8F62F8A84B4B}">
  <ds:schemaRefs>
    <ds:schemaRef ds:uri="c4f09e2a-8683-4e73-ab87-e6994366574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8ed82f9-5112-4963-8899-2dada29656c1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df45f0f-b2a2-4a7a-85c3-8789a2fb3a8a}" enabled="1" method="Privileged" siteId="{1bd03175-6c16-4146-bf13-66413258ad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15763</TotalTime>
  <Words>398</Words>
  <Application>Microsoft Office PowerPoint</Application>
  <PresentationFormat>ワイド画面</PresentationFormat>
  <Paragraphs>61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Meiryo UI</vt:lpstr>
      <vt:lpstr>メイリオ</vt:lpstr>
      <vt:lpstr>游ゴシック</vt:lpstr>
      <vt:lpstr>Arial</vt:lpstr>
      <vt:lpstr>Cambria</vt:lpstr>
      <vt:lpstr>Wingdings</vt:lpstr>
      <vt:lpstr>デザインの設定</vt:lpstr>
      <vt:lpstr>1_デザインの設定</vt:lpstr>
      <vt:lpstr>少額払い対象チェックフローチャート</vt:lpstr>
      <vt:lpstr>簡易払い対象チェックフローチャート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B&amp;DX</dc:creator>
  <cp:lastModifiedBy>森　明日香</cp:lastModifiedBy>
  <cp:revision>32</cp:revision>
  <cp:lastPrinted>2022-08-24T23:53:50Z</cp:lastPrinted>
  <dcterms:created xsi:type="dcterms:W3CDTF">2021-01-05T06:31:55Z</dcterms:created>
  <dcterms:modified xsi:type="dcterms:W3CDTF">2024-12-11T05:21:57Z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0x010100CF905FF098572F41993FFE1C1C4E8280</vt:lpwstr>
  </property>
  <property fmtid="{D5CDD505-2E9C-101B-9397-08002B2CF9AE}" pid="3" name="MediaServiceImageTags">
    <vt:lpwstr/>
  </property>
</Properties>
</file>