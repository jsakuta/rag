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
  </p:notesMasterIdLst>
  <p:sldIdLst>
    <p:sldId id="267" r:id="rId3"/>
    <p:sldId id="268"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0DAFA0-B244-4E53-B48B-F32459C46CB4}" v="10" dt="2025-05-13T07:51:20.5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p:cViewPr varScale="1">
        <p:scale>
          <a:sx n="104" d="100"/>
          <a:sy n="104" d="100"/>
        </p:scale>
        <p:origin x="732" y="114"/>
      </p:cViewPr>
      <p:guideLst/>
    </p:cSldViewPr>
  </p:slideViewPr>
  <p:notesTextViewPr>
    <p:cViewPr>
      <p:scale>
        <a:sx n="1" d="1"/>
        <a:sy n="1" d="1"/>
      </p:scale>
      <p:origin x="0" y="0"/>
    </p:cViewPr>
  </p:notesTextViewPr>
  <p:gridSpacing cx="75600" cy="756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uta, Junki (作田 隼樹)" userId="592a715b-e3cf-45fa-91b0-cb72246a0b88" providerId="ADAL" clId="{C60DAFA0-B244-4E53-B48B-F32459C46CB4}"/>
    <pc:docChg chg="modSld">
      <pc:chgData name="Sakuta, Junki (作田 隼樹)" userId="592a715b-e3cf-45fa-91b0-cb72246a0b88" providerId="ADAL" clId="{C60DAFA0-B244-4E53-B48B-F32459C46CB4}" dt="2025-05-13T09:09:24.991" v="61" actId="14100"/>
      <pc:docMkLst>
        <pc:docMk/>
      </pc:docMkLst>
      <pc:sldChg chg="addSp delSp modSp mod">
        <pc:chgData name="Sakuta, Junki (作田 隼樹)" userId="592a715b-e3cf-45fa-91b0-cb72246a0b88" providerId="ADAL" clId="{C60DAFA0-B244-4E53-B48B-F32459C46CB4}" dt="2025-05-13T09:09:24.991" v="61" actId="14100"/>
        <pc:sldMkLst>
          <pc:docMk/>
          <pc:sldMk cId="4117868248" sldId="267"/>
        </pc:sldMkLst>
        <pc:spChg chg="mod">
          <ac:chgData name="Sakuta, Junki (作田 隼樹)" userId="592a715b-e3cf-45fa-91b0-cb72246a0b88" providerId="ADAL" clId="{C60DAFA0-B244-4E53-B48B-F32459C46CB4}" dt="2025-05-13T07:50:19.120" v="11" actId="571"/>
          <ac:spMkLst>
            <pc:docMk/>
            <pc:sldMk cId="4117868248" sldId="267"/>
            <ac:spMk id="3" creationId="{6BDB0127-43AB-DCFD-68A9-21FD2B2BC1A9}"/>
          </ac:spMkLst>
        </pc:spChg>
        <pc:spChg chg="mod">
          <ac:chgData name="Sakuta, Junki (作田 隼樹)" userId="592a715b-e3cf-45fa-91b0-cb72246a0b88" providerId="ADAL" clId="{C60DAFA0-B244-4E53-B48B-F32459C46CB4}" dt="2025-05-13T07:50:13.214" v="10" actId="165"/>
          <ac:spMkLst>
            <pc:docMk/>
            <pc:sldMk cId="4117868248" sldId="267"/>
            <ac:spMk id="5" creationId="{80C34B6F-778D-6B49-1C89-312B48C2F6A9}"/>
          </ac:spMkLst>
        </pc:spChg>
        <pc:spChg chg="mod">
          <ac:chgData name="Sakuta, Junki (作田 隼樹)" userId="592a715b-e3cf-45fa-91b0-cb72246a0b88" providerId="ADAL" clId="{C60DAFA0-B244-4E53-B48B-F32459C46CB4}" dt="2025-05-13T07:50:13.214" v="10" actId="165"/>
          <ac:spMkLst>
            <pc:docMk/>
            <pc:sldMk cId="4117868248" sldId="267"/>
            <ac:spMk id="7" creationId="{2E5B1CDA-CE06-BF98-34A6-C2DD7B90B164}"/>
          </ac:spMkLst>
        </pc:spChg>
        <pc:spChg chg="mod">
          <ac:chgData name="Sakuta, Junki (作田 隼樹)" userId="592a715b-e3cf-45fa-91b0-cb72246a0b88" providerId="ADAL" clId="{C60DAFA0-B244-4E53-B48B-F32459C46CB4}" dt="2025-05-13T07:50:13.214" v="10" actId="165"/>
          <ac:spMkLst>
            <pc:docMk/>
            <pc:sldMk cId="4117868248" sldId="267"/>
            <ac:spMk id="8" creationId="{8C1F2DBC-C9DA-55FA-4BF3-E7F26CD55CEB}"/>
          </ac:spMkLst>
        </pc:spChg>
        <pc:spChg chg="mod">
          <ac:chgData name="Sakuta, Junki (作田 隼樹)" userId="592a715b-e3cf-45fa-91b0-cb72246a0b88" providerId="ADAL" clId="{C60DAFA0-B244-4E53-B48B-F32459C46CB4}" dt="2025-05-13T06:34:13.891" v="4" actId="403"/>
          <ac:spMkLst>
            <pc:docMk/>
            <pc:sldMk cId="4117868248" sldId="267"/>
            <ac:spMk id="10" creationId="{85B61046-F049-4F9D-5FF5-734FD5A35440}"/>
          </ac:spMkLst>
        </pc:spChg>
        <pc:spChg chg="mod">
          <ac:chgData name="Sakuta, Junki (作田 隼樹)" userId="592a715b-e3cf-45fa-91b0-cb72246a0b88" providerId="ADAL" clId="{C60DAFA0-B244-4E53-B48B-F32459C46CB4}" dt="2025-05-13T07:50:19.120" v="11" actId="571"/>
          <ac:spMkLst>
            <pc:docMk/>
            <pc:sldMk cId="4117868248" sldId="267"/>
            <ac:spMk id="16" creationId="{55261FE2-0BC8-873D-1DED-90AF27379F6A}"/>
          </ac:spMkLst>
        </pc:spChg>
        <pc:spChg chg="add mod">
          <ac:chgData name="Sakuta, Junki (作田 隼樹)" userId="592a715b-e3cf-45fa-91b0-cb72246a0b88" providerId="ADAL" clId="{C60DAFA0-B244-4E53-B48B-F32459C46CB4}" dt="2025-05-13T09:09:19.051" v="60" actId="14100"/>
          <ac:spMkLst>
            <pc:docMk/>
            <pc:sldMk cId="4117868248" sldId="267"/>
            <ac:spMk id="17" creationId="{C87D02EC-1B65-1531-4EE2-26F7EEFC3640}"/>
          </ac:spMkLst>
        </pc:spChg>
        <pc:spChg chg="mod topLvl">
          <ac:chgData name="Sakuta, Junki (作田 隼樹)" userId="592a715b-e3cf-45fa-91b0-cb72246a0b88" providerId="ADAL" clId="{C60DAFA0-B244-4E53-B48B-F32459C46CB4}" dt="2025-05-13T07:50:13.214" v="10" actId="165"/>
          <ac:spMkLst>
            <pc:docMk/>
            <pc:sldMk cId="4117868248" sldId="267"/>
            <ac:spMk id="19" creationId="{3F1AF025-81F9-E710-56B5-8B83A9861D2F}"/>
          </ac:spMkLst>
        </pc:spChg>
        <pc:spChg chg="mod">
          <ac:chgData name="Sakuta, Junki (作田 隼樹)" userId="592a715b-e3cf-45fa-91b0-cb72246a0b88" providerId="ADAL" clId="{C60DAFA0-B244-4E53-B48B-F32459C46CB4}" dt="2025-05-13T07:51:08.712" v="36" actId="165"/>
          <ac:spMkLst>
            <pc:docMk/>
            <pc:sldMk cId="4117868248" sldId="267"/>
            <ac:spMk id="22" creationId="{3327F138-454A-26D1-8E94-499228F6A914}"/>
          </ac:spMkLst>
        </pc:spChg>
        <pc:spChg chg="mod">
          <ac:chgData name="Sakuta, Junki (作田 隼樹)" userId="592a715b-e3cf-45fa-91b0-cb72246a0b88" providerId="ADAL" clId="{C60DAFA0-B244-4E53-B48B-F32459C46CB4}" dt="2025-05-13T07:51:08.712" v="36" actId="165"/>
          <ac:spMkLst>
            <pc:docMk/>
            <pc:sldMk cId="4117868248" sldId="267"/>
            <ac:spMk id="23" creationId="{E3A933D9-7994-73C3-6E09-4C2E86A871BF}"/>
          </ac:spMkLst>
        </pc:spChg>
        <pc:spChg chg="mod">
          <ac:chgData name="Sakuta, Junki (作田 隼樹)" userId="592a715b-e3cf-45fa-91b0-cb72246a0b88" providerId="ADAL" clId="{C60DAFA0-B244-4E53-B48B-F32459C46CB4}" dt="2025-05-13T07:51:08.712" v="36" actId="165"/>
          <ac:spMkLst>
            <pc:docMk/>
            <pc:sldMk cId="4117868248" sldId="267"/>
            <ac:spMk id="25" creationId="{E2BCB908-6D0E-8553-D214-EA29B30BC264}"/>
          </ac:spMkLst>
        </pc:spChg>
        <pc:spChg chg="mod">
          <ac:chgData name="Sakuta, Junki (作田 隼樹)" userId="592a715b-e3cf-45fa-91b0-cb72246a0b88" providerId="ADAL" clId="{C60DAFA0-B244-4E53-B48B-F32459C46CB4}" dt="2025-05-13T07:51:08.712" v="36" actId="165"/>
          <ac:spMkLst>
            <pc:docMk/>
            <pc:sldMk cId="4117868248" sldId="267"/>
            <ac:spMk id="27" creationId="{5E1AF8CA-53CE-E54A-7C95-D2A8ED28F212}"/>
          </ac:spMkLst>
        </pc:spChg>
        <pc:spChg chg="mod">
          <ac:chgData name="Sakuta, Junki (作田 隼樹)" userId="592a715b-e3cf-45fa-91b0-cb72246a0b88" providerId="ADAL" clId="{C60DAFA0-B244-4E53-B48B-F32459C46CB4}" dt="2025-05-13T07:51:08.712" v="36" actId="165"/>
          <ac:spMkLst>
            <pc:docMk/>
            <pc:sldMk cId="4117868248" sldId="267"/>
            <ac:spMk id="28" creationId="{BBC90FCC-4DC8-2661-AF08-F17CED207040}"/>
          </ac:spMkLst>
        </pc:spChg>
        <pc:spChg chg="mod">
          <ac:chgData name="Sakuta, Junki (作田 隼樹)" userId="592a715b-e3cf-45fa-91b0-cb72246a0b88" providerId="ADAL" clId="{C60DAFA0-B244-4E53-B48B-F32459C46CB4}" dt="2025-05-13T06:34:27.310" v="9" actId="1035"/>
          <ac:spMkLst>
            <pc:docMk/>
            <pc:sldMk cId="4117868248" sldId="267"/>
            <ac:spMk id="33" creationId="{D99E4B3E-1C55-634C-C6B9-42B1D26A2C67}"/>
          </ac:spMkLst>
        </pc:spChg>
        <pc:spChg chg="mod">
          <ac:chgData name="Sakuta, Junki (作田 隼樹)" userId="592a715b-e3cf-45fa-91b0-cb72246a0b88" providerId="ADAL" clId="{C60DAFA0-B244-4E53-B48B-F32459C46CB4}" dt="2025-05-13T06:34:27.310" v="9" actId="1035"/>
          <ac:spMkLst>
            <pc:docMk/>
            <pc:sldMk cId="4117868248" sldId="267"/>
            <ac:spMk id="34" creationId="{84CC0AF4-FBFC-83D2-6EE9-92A813B0F8D9}"/>
          </ac:spMkLst>
        </pc:spChg>
        <pc:spChg chg="mod topLvl">
          <ac:chgData name="Sakuta, Junki (作田 隼樹)" userId="592a715b-e3cf-45fa-91b0-cb72246a0b88" providerId="ADAL" clId="{C60DAFA0-B244-4E53-B48B-F32459C46CB4}" dt="2025-05-13T07:51:08.712" v="36" actId="165"/>
          <ac:spMkLst>
            <pc:docMk/>
            <pc:sldMk cId="4117868248" sldId="267"/>
            <ac:spMk id="35" creationId="{8E003853-9AD5-BFFD-824C-F0E95934F1E5}"/>
          </ac:spMkLst>
        </pc:spChg>
        <pc:spChg chg="add mod">
          <ac:chgData name="Sakuta, Junki (作田 隼樹)" userId="592a715b-e3cf-45fa-91b0-cb72246a0b88" providerId="ADAL" clId="{C60DAFA0-B244-4E53-B48B-F32459C46CB4}" dt="2025-05-13T09:09:11.448" v="58" actId="1076"/>
          <ac:spMkLst>
            <pc:docMk/>
            <pc:sldMk cId="4117868248" sldId="267"/>
            <ac:spMk id="36" creationId="{3F27F6FC-4FF9-D3E0-60DF-38E426E9897B}"/>
          </ac:spMkLst>
        </pc:spChg>
        <pc:spChg chg="add mod">
          <ac:chgData name="Sakuta, Junki (作田 隼樹)" userId="592a715b-e3cf-45fa-91b0-cb72246a0b88" providerId="ADAL" clId="{C60DAFA0-B244-4E53-B48B-F32459C46CB4}" dt="2025-05-13T07:51:14.127" v="37" actId="571"/>
          <ac:spMkLst>
            <pc:docMk/>
            <pc:sldMk cId="4117868248" sldId="267"/>
            <ac:spMk id="37" creationId="{5ABD9FD5-7450-FE10-81DB-57661EBDCF4A}"/>
          </ac:spMkLst>
        </pc:spChg>
        <pc:spChg chg="add mod">
          <ac:chgData name="Sakuta, Junki (作田 隼樹)" userId="592a715b-e3cf-45fa-91b0-cb72246a0b88" providerId="ADAL" clId="{C60DAFA0-B244-4E53-B48B-F32459C46CB4}" dt="2025-05-13T07:51:20.509" v="38" actId="571"/>
          <ac:spMkLst>
            <pc:docMk/>
            <pc:sldMk cId="4117868248" sldId="267"/>
            <ac:spMk id="38" creationId="{849658DD-D680-C678-8F41-1940CE6FA338}"/>
          </ac:spMkLst>
        </pc:spChg>
        <pc:spChg chg="mod topLvl">
          <ac:chgData name="Sakuta, Junki (作田 隼樹)" userId="592a715b-e3cf-45fa-91b0-cb72246a0b88" providerId="ADAL" clId="{C60DAFA0-B244-4E53-B48B-F32459C46CB4}" dt="2025-05-13T07:51:08.712" v="36" actId="165"/>
          <ac:spMkLst>
            <pc:docMk/>
            <pc:sldMk cId="4117868248" sldId="267"/>
            <ac:spMk id="45" creationId="{C8E62121-67A0-2775-4E6F-B9CABCE95CB7}"/>
          </ac:spMkLst>
        </pc:spChg>
        <pc:spChg chg="mod topLvl">
          <ac:chgData name="Sakuta, Junki (作田 隼樹)" userId="592a715b-e3cf-45fa-91b0-cb72246a0b88" providerId="ADAL" clId="{C60DAFA0-B244-4E53-B48B-F32459C46CB4}" dt="2025-05-13T07:50:13.214" v="10" actId="165"/>
          <ac:spMkLst>
            <pc:docMk/>
            <pc:sldMk cId="4117868248" sldId="267"/>
            <ac:spMk id="49" creationId="{EB393F44-F594-92E0-EC04-42DA4D72D56F}"/>
          </ac:spMkLst>
        </pc:spChg>
        <pc:spChg chg="mod">
          <ac:chgData name="Sakuta, Junki (作田 隼樹)" userId="592a715b-e3cf-45fa-91b0-cb72246a0b88" providerId="ADAL" clId="{C60DAFA0-B244-4E53-B48B-F32459C46CB4}" dt="2025-05-13T07:50:13.214" v="10" actId="165"/>
          <ac:spMkLst>
            <pc:docMk/>
            <pc:sldMk cId="4117868248" sldId="267"/>
            <ac:spMk id="52" creationId="{0355537E-AFB7-24F9-567B-E9A4162FB3D5}"/>
          </ac:spMkLst>
        </pc:spChg>
        <pc:spChg chg="mod topLvl">
          <ac:chgData name="Sakuta, Junki (作田 隼樹)" userId="592a715b-e3cf-45fa-91b0-cb72246a0b88" providerId="ADAL" clId="{C60DAFA0-B244-4E53-B48B-F32459C46CB4}" dt="2025-05-13T09:09:24.991" v="61" actId="14100"/>
          <ac:spMkLst>
            <pc:docMk/>
            <pc:sldMk cId="4117868248" sldId="267"/>
            <ac:spMk id="53" creationId="{323B7346-EC93-7D7D-86DF-41CAFF41CA8A}"/>
          </ac:spMkLst>
        </pc:spChg>
        <pc:spChg chg="mod topLvl">
          <ac:chgData name="Sakuta, Junki (作田 隼樹)" userId="592a715b-e3cf-45fa-91b0-cb72246a0b88" providerId="ADAL" clId="{C60DAFA0-B244-4E53-B48B-F32459C46CB4}" dt="2025-05-13T07:50:13.214" v="10" actId="165"/>
          <ac:spMkLst>
            <pc:docMk/>
            <pc:sldMk cId="4117868248" sldId="267"/>
            <ac:spMk id="54" creationId="{990FBC23-0713-8290-6C6E-B548FF48B51A}"/>
          </ac:spMkLst>
        </pc:spChg>
        <pc:spChg chg="mod topLvl">
          <ac:chgData name="Sakuta, Junki (作田 隼樹)" userId="592a715b-e3cf-45fa-91b0-cb72246a0b88" providerId="ADAL" clId="{C60DAFA0-B244-4E53-B48B-F32459C46CB4}" dt="2025-05-13T07:50:13.214" v="10" actId="165"/>
          <ac:spMkLst>
            <pc:docMk/>
            <pc:sldMk cId="4117868248" sldId="267"/>
            <ac:spMk id="57" creationId="{8E05873E-1143-A63A-6AF1-A9B428C54CE1}"/>
          </ac:spMkLst>
        </pc:spChg>
        <pc:spChg chg="mod">
          <ac:chgData name="Sakuta, Junki (作田 隼樹)" userId="592a715b-e3cf-45fa-91b0-cb72246a0b88" providerId="ADAL" clId="{C60DAFA0-B244-4E53-B48B-F32459C46CB4}" dt="2025-05-13T07:50:59.889" v="35"/>
          <ac:spMkLst>
            <pc:docMk/>
            <pc:sldMk cId="4117868248" sldId="267"/>
            <ac:spMk id="58" creationId="{6300C8E1-5491-336C-943A-7127943C43BF}"/>
          </ac:spMkLst>
        </pc:spChg>
        <pc:spChg chg="mod topLvl">
          <ac:chgData name="Sakuta, Junki (作田 隼樹)" userId="592a715b-e3cf-45fa-91b0-cb72246a0b88" providerId="ADAL" clId="{C60DAFA0-B244-4E53-B48B-F32459C46CB4}" dt="2025-05-13T07:50:13.214" v="10" actId="165"/>
          <ac:spMkLst>
            <pc:docMk/>
            <pc:sldMk cId="4117868248" sldId="267"/>
            <ac:spMk id="59" creationId="{0F9C835C-63D2-DC40-0424-09D6184BF60E}"/>
          </ac:spMkLst>
        </pc:spChg>
        <pc:spChg chg="mod topLvl">
          <ac:chgData name="Sakuta, Junki (作田 隼樹)" userId="592a715b-e3cf-45fa-91b0-cb72246a0b88" providerId="ADAL" clId="{C60DAFA0-B244-4E53-B48B-F32459C46CB4}" dt="2025-05-13T09:09:00.924" v="57" actId="14100"/>
          <ac:spMkLst>
            <pc:docMk/>
            <pc:sldMk cId="4117868248" sldId="267"/>
            <ac:spMk id="62" creationId="{A9A287C9-957F-501E-3E76-6525F22893B6}"/>
          </ac:spMkLst>
        </pc:spChg>
        <pc:spChg chg="mod">
          <ac:chgData name="Sakuta, Junki (作田 隼樹)" userId="592a715b-e3cf-45fa-91b0-cb72246a0b88" providerId="ADAL" clId="{C60DAFA0-B244-4E53-B48B-F32459C46CB4}" dt="2025-05-13T09:08:49.059" v="53" actId="1076"/>
          <ac:spMkLst>
            <pc:docMk/>
            <pc:sldMk cId="4117868248" sldId="267"/>
            <ac:spMk id="63" creationId="{A64E87A4-8232-E2FA-1D64-15868ADED0AB}"/>
          </ac:spMkLst>
        </pc:spChg>
        <pc:spChg chg="mod topLvl">
          <ac:chgData name="Sakuta, Junki (作田 隼樹)" userId="592a715b-e3cf-45fa-91b0-cb72246a0b88" providerId="ADAL" clId="{C60DAFA0-B244-4E53-B48B-F32459C46CB4}" dt="2025-05-13T09:08:39.107" v="52" actId="14100"/>
          <ac:spMkLst>
            <pc:docMk/>
            <pc:sldMk cId="4117868248" sldId="267"/>
            <ac:spMk id="64" creationId="{A680023F-B08E-9E93-BAA9-2DD4B3BA1B2E}"/>
          </ac:spMkLst>
        </pc:spChg>
        <pc:spChg chg="mod topLvl">
          <ac:chgData name="Sakuta, Junki (作田 隼樹)" userId="592a715b-e3cf-45fa-91b0-cb72246a0b88" providerId="ADAL" clId="{C60DAFA0-B244-4E53-B48B-F32459C46CB4}" dt="2025-05-13T09:08:24.384" v="48" actId="1076"/>
          <ac:spMkLst>
            <pc:docMk/>
            <pc:sldMk cId="4117868248" sldId="267"/>
            <ac:spMk id="65" creationId="{F5A758ED-6462-8C71-CBA5-70976B84DDA3}"/>
          </ac:spMkLst>
        </pc:spChg>
        <pc:grpChg chg="add mod">
          <ac:chgData name="Sakuta, Junki (作田 隼樹)" userId="592a715b-e3cf-45fa-91b0-cb72246a0b88" providerId="ADAL" clId="{C60DAFA0-B244-4E53-B48B-F32459C46CB4}" dt="2025-05-13T07:50:19.120" v="11" actId="571"/>
          <ac:grpSpMkLst>
            <pc:docMk/>
            <pc:sldMk cId="4117868248" sldId="267"/>
            <ac:grpSpMk id="2" creationId="{92C19ABF-00D8-ABF2-A6D0-A239DDC3CEB0}"/>
          </ac:grpSpMkLst>
        </pc:grpChg>
        <pc:grpChg chg="mod">
          <ac:chgData name="Sakuta, Junki (作田 隼樹)" userId="592a715b-e3cf-45fa-91b0-cb72246a0b88" providerId="ADAL" clId="{C60DAFA0-B244-4E53-B48B-F32459C46CB4}" dt="2025-05-13T06:34:06.324" v="2" actId="1035"/>
          <ac:grpSpMkLst>
            <pc:docMk/>
            <pc:sldMk cId="4117868248" sldId="267"/>
            <ac:grpSpMk id="13" creationId="{FE8F67F4-1ADF-DC1D-197A-1EEA62F6CFF1}"/>
          </ac:grpSpMkLst>
        </pc:grpChg>
        <pc:grpChg chg="mod">
          <ac:chgData name="Sakuta, Junki (作田 隼樹)" userId="592a715b-e3cf-45fa-91b0-cb72246a0b88" providerId="ADAL" clId="{C60DAFA0-B244-4E53-B48B-F32459C46CB4}" dt="2025-05-13T06:34:06.324" v="2" actId="1035"/>
          <ac:grpSpMkLst>
            <pc:docMk/>
            <pc:sldMk cId="4117868248" sldId="267"/>
            <ac:grpSpMk id="14" creationId="{BAEF7C3E-DBFA-E1E8-69BB-1BCDC3493D68}"/>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39FDB8-C85F-4872-967A-4A19101A0571}" type="datetimeFigureOut">
              <a:rPr kumimoji="1" lang="ja-JP" altLang="en-US" smtClean="0"/>
              <a:t>2025/11/13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AE4FFD-7623-4BC9-9BBE-55D091204B0D}" type="slidenum">
              <a:rPr kumimoji="1" lang="ja-JP" altLang="en-US" smtClean="0"/>
              <a:t>‹#›</a:t>
            </a:fld>
            <a:endParaRPr kumimoji="1" lang="ja-JP" altLang="en-US"/>
          </a:p>
        </p:txBody>
      </p:sp>
    </p:spTree>
    <p:extLst>
      <p:ext uri="{BB962C8B-B14F-4D97-AF65-F5344CB8AC3E}">
        <p14:creationId xmlns:p14="http://schemas.microsoft.com/office/powerpoint/2010/main" val="35784807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FAE4FFD-7623-4BC9-9BBE-55D091204B0D}" type="slidenum">
              <a:rPr kumimoji="1" lang="ja-JP" altLang="en-US" smtClean="0"/>
              <a:t>1</a:t>
            </a:fld>
            <a:endParaRPr kumimoji="1" lang="ja-JP" altLang="en-US"/>
          </a:p>
        </p:txBody>
      </p:sp>
    </p:spTree>
    <p:extLst>
      <p:ext uri="{BB962C8B-B14F-4D97-AF65-F5344CB8AC3E}">
        <p14:creationId xmlns:p14="http://schemas.microsoft.com/office/powerpoint/2010/main" val="1262646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21118F-678F-7D52-A281-00644E336A6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6AF9898-D83F-7C5D-9C0B-71881E69CA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9938B5E-0E87-406A-0F0A-37C97A6D6A68}"/>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5" name="フッター プレースホルダー 4">
            <a:extLst>
              <a:ext uri="{FF2B5EF4-FFF2-40B4-BE49-F238E27FC236}">
                <a16:creationId xmlns:a16="http://schemas.microsoft.com/office/drawing/2014/main" id="{95EC31FE-0FA5-FE5F-073C-BB8B9426BC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E0585B-9E90-E330-EC13-25271A87C2BB}"/>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3787328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81EF7-AF53-CE80-833C-5B7F72563BF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ED811F2-41E5-FA00-38C8-189519BBA04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8BA3853-25E6-8FDC-1C1C-19511565494E}"/>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5" name="フッター プレースホルダー 4">
            <a:extLst>
              <a:ext uri="{FF2B5EF4-FFF2-40B4-BE49-F238E27FC236}">
                <a16:creationId xmlns:a16="http://schemas.microsoft.com/office/drawing/2014/main" id="{B491B748-95F2-A57C-94FB-0BFE60F7AC3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85E128-3AF2-8732-EAC3-C92AB4202BE8}"/>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2333865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1EF8E3-B0DF-8319-817C-6D1E2B69DCC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BEA1891-6A74-B50C-38A9-AA20B2D388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B99D43A-E6A6-DB6A-1810-51AA9A185B21}"/>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5" name="フッター プレースホルダー 4">
            <a:extLst>
              <a:ext uri="{FF2B5EF4-FFF2-40B4-BE49-F238E27FC236}">
                <a16:creationId xmlns:a16="http://schemas.microsoft.com/office/drawing/2014/main" id="{BDD9F48E-7751-9502-336F-E13FCE1C5C1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86826A-DC5A-0F41-DBE4-2DD647EBDAD6}"/>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3731346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347523-ACF2-D0D0-4DFC-87C02281796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1B7C7D9-0DC2-AF99-BA73-B056E9A9802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2438160-642A-7DDA-A161-491F4A6C8E0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3ED2DC3-CF4A-5C3E-9E3C-958022D75170}"/>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6" name="フッター プレースホルダー 5">
            <a:extLst>
              <a:ext uri="{FF2B5EF4-FFF2-40B4-BE49-F238E27FC236}">
                <a16:creationId xmlns:a16="http://schemas.microsoft.com/office/drawing/2014/main" id="{E474ED8C-70C9-95EF-E515-EBDABA5D7F2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A27A96A-BA60-19E9-7E5F-F355359470FF}"/>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2596794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05D1A6-5492-09F7-588A-AF7455BB414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926DDC0-638D-D2F1-E256-9BB5DAF580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F6DD1DB-40C3-43F9-B06C-882963AB92D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C824DB2-24F2-54DE-7DE0-E66A244A65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4218206-FBA9-BEDB-7032-4BD0514BD27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6D58564-7092-633F-AF23-3A1107754F45}"/>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8" name="フッター プレースホルダー 7">
            <a:extLst>
              <a:ext uri="{FF2B5EF4-FFF2-40B4-BE49-F238E27FC236}">
                <a16:creationId xmlns:a16="http://schemas.microsoft.com/office/drawing/2014/main" id="{C9E2479A-6759-4DC8-9C5D-7A907A5F505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6E25D15-D1D7-81C8-36A5-1BD9043DCC6D}"/>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1009426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55116B-1865-CDBF-8E63-57F6277FEEB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0CC662C-E91E-3EBA-FD5C-1A41A0D3573F}"/>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4" name="フッター プレースホルダー 3">
            <a:extLst>
              <a:ext uri="{FF2B5EF4-FFF2-40B4-BE49-F238E27FC236}">
                <a16:creationId xmlns:a16="http://schemas.microsoft.com/office/drawing/2014/main" id="{F9AB8FA3-DE66-66BA-D9D2-A72D65FE471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2ECE319-7601-60A4-8F8F-2505F61E7561}"/>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2656914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B41ECE1-94D7-E818-CAA9-CE9E646D1123}"/>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3" name="フッター プレースホルダー 2">
            <a:extLst>
              <a:ext uri="{FF2B5EF4-FFF2-40B4-BE49-F238E27FC236}">
                <a16:creationId xmlns:a16="http://schemas.microsoft.com/office/drawing/2014/main" id="{CD6E500C-AA40-675E-1856-22B9F99FFC2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EFD7ADF-60B0-3210-6DE0-FEB8AAA70F8E}"/>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4041083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2F0BD0-8F68-A3BC-0C17-C4001E063F3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9400E5-9BEE-184E-6CC6-7DF187EC97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5560F8E-302A-CBAB-CE0C-668F73EE4F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4C0C1E8-8B7D-20C4-79FE-16B99C5A2A25}"/>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6" name="フッター プレースホルダー 5">
            <a:extLst>
              <a:ext uri="{FF2B5EF4-FFF2-40B4-BE49-F238E27FC236}">
                <a16:creationId xmlns:a16="http://schemas.microsoft.com/office/drawing/2014/main" id="{B572E091-3E0D-A40D-2ED6-85FDC785DCF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2410441-B95B-D3C5-FE6F-0771A28A4B3B}"/>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1237814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5F5605-00F3-2C34-5E66-C43C81A1229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A8165DA-566F-D898-093B-3D20108F27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C657BEE-221C-4333-9BBD-D71156204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211769A-1F1E-6346-C316-DF33384F20FF}"/>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6" name="フッター プレースホルダー 5">
            <a:extLst>
              <a:ext uri="{FF2B5EF4-FFF2-40B4-BE49-F238E27FC236}">
                <a16:creationId xmlns:a16="http://schemas.microsoft.com/office/drawing/2014/main" id="{B29EC686-968B-9E52-4EBC-A730E39682B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741AF8A-6252-E9A6-7DA2-4EE41B6CA367}"/>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3908622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57121E-D607-EF2A-27A3-0DE839A6042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FFD1A9-36CC-91AD-9643-A312524ED42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E945424-802F-7B04-254A-8E18393337D8}"/>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5" name="フッター プレースホルダー 4">
            <a:extLst>
              <a:ext uri="{FF2B5EF4-FFF2-40B4-BE49-F238E27FC236}">
                <a16:creationId xmlns:a16="http://schemas.microsoft.com/office/drawing/2014/main" id="{5BB34670-9C2F-DA09-AD44-24F8BD4529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3FB22C4-F043-A6E8-E6DE-68C07DAFA303}"/>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983572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D60A16D-04A4-5388-198B-090533F96F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9D73BD7-4F58-4B47-BCC6-3446041EBBC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0CEA261-C107-BB23-D750-CF9D132A2732}"/>
              </a:ext>
            </a:extLst>
          </p:cNvPr>
          <p:cNvSpPr>
            <a:spLocks noGrp="1"/>
          </p:cNvSpPr>
          <p:nvPr>
            <p:ph type="dt" sz="half" idx="10"/>
          </p:nvPr>
        </p:nvSpPr>
        <p:spPr/>
        <p:txBody>
          <a:bodyPr/>
          <a:lstStyle/>
          <a:p>
            <a:fld id="{1F5EEA57-1E5E-42D2-8027-8A3CBC211718}" type="datetimeFigureOut">
              <a:rPr kumimoji="1" lang="ja-JP" altLang="en-US" smtClean="0"/>
              <a:t>2025/11/13</a:t>
            </a:fld>
            <a:endParaRPr kumimoji="1" lang="ja-JP" altLang="en-US"/>
          </a:p>
        </p:txBody>
      </p:sp>
      <p:sp>
        <p:nvSpPr>
          <p:cNvPr id="5" name="フッター プレースホルダー 4">
            <a:extLst>
              <a:ext uri="{FF2B5EF4-FFF2-40B4-BE49-F238E27FC236}">
                <a16:creationId xmlns:a16="http://schemas.microsoft.com/office/drawing/2014/main" id="{924292AD-7501-F9EE-DF85-7B1AD6D5F9C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96D2893-2488-7664-1960-3B8B7C17FAAB}"/>
              </a:ext>
            </a:extLst>
          </p:cNvPr>
          <p:cNvSpPr>
            <a:spLocks noGrp="1"/>
          </p:cNvSpPr>
          <p:nvPr>
            <p:ph type="sldNum" sz="quarter" idx="12"/>
          </p:nvPr>
        </p:nvSpPr>
        <p:spPr/>
        <p:txBody>
          <a:body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1749285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4C96C0-CB27-4498-BA18-70CD9C31C9C1}"/>
              </a:ext>
            </a:extLst>
          </p:cNvPr>
          <p:cNvSpPr>
            <a:spLocks noGrp="1"/>
          </p:cNvSpPr>
          <p:nvPr>
            <p:ph type="ctrTitle"/>
          </p:nvPr>
        </p:nvSpPr>
        <p:spPr>
          <a:xfrm>
            <a:off x="4599128" y="2174490"/>
            <a:ext cx="6683297" cy="1335475"/>
          </a:xfrm>
        </p:spPr>
        <p:txBody>
          <a:bodyPr anchor="b"/>
          <a:lstStyle>
            <a:lvl1pPr algn="ctr">
              <a:defRPr sz="3200" b="1">
                <a:latin typeface="Meiryo UI" panose="020B0604030504040204" pitchFamily="50" charset="-128"/>
                <a:ea typeface="Meiryo UI" panose="020B0604030504040204" pitchFamily="50" charset="-128"/>
              </a:defRPr>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65E7A892-BADB-46ED-8517-D467CF05E265}"/>
              </a:ext>
            </a:extLst>
          </p:cNvPr>
          <p:cNvSpPr>
            <a:spLocks noGrp="1"/>
          </p:cNvSpPr>
          <p:nvPr>
            <p:ph type="subTitle" idx="1"/>
          </p:nvPr>
        </p:nvSpPr>
        <p:spPr>
          <a:xfrm>
            <a:off x="4599128" y="3740083"/>
            <a:ext cx="6683297" cy="680030"/>
          </a:xfrm>
        </p:spPr>
        <p:txBody>
          <a:bodyPr/>
          <a:lstStyle>
            <a:lvl1pPr marL="0" indent="0" algn="ctr">
              <a:buNone/>
              <a:defRPr sz="2000">
                <a:latin typeface="Meiryo UI" panose="020B0604030504040204" pitchFamily="50" charset="-128"/>
                <a:ea typeface="Meiryo UI"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pic>
        <p:nvPicPr>
          <p:cNvPr id="6" name="図 5">
            <a:extLst>
              <a:ext uri="{FF2B5EF4-FFF2-40B4-BE49-F238E27FC236}">
                <a16:creationId xmlns:a16="http://schemas.microsoft.com/office/drawing/2014/main" id="{0FFCD547-6946-46C0-AAA5-14D1699E8157}"/>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77232" y="5639827"/>
            <a:ext cx="2220820" cy="1373402"/>
          </a:xfrm>
          <a:prstGeom prst="rect">
            <a:avLst/>
          </a:prstGeom>
        </p:spPr>
      </p:pic>
      <p:pic>
        <p:nvPicPr>
          <p:cNvPr id="7" name="図 6">
            <a:extLst>
              <a:ext uri="{FF2B5EF4-FFF2-40B4-BE49-F238E27FC236}">
                <a16:creationId xmlns:a16="http://schemas.microsoft.com/office/drawing/2014/main" id="{134659B6-2777-44EB-9B43-CF7A0572833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6901" t="15797" b="2580"/>
          <a:stretch/>
        </p:blipFill>
        <p:spPr>
          <a:xfrm>
            <a:off x="-1" y="0"/>
            <a:ext cx="5277793" cy="6858000"/>
          </a:xfrm>
          <a:prstGeom prst="rect">
            <a:avLst/>
          </a:prstGeom>
        </p:spPr>
      </p:pic>
    </p:spTree>
    <p:extLst>
      <p:ext uri="{BB962C8B-B14F-4D97-AF65-F5344CB8AC3E}">
        <p14:creationId xmlns:p14="http://schemas.microsoft.com/office/powerpoint/2010/main" val="963880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79F6EB-0C9F-4EB2-9FC1-E6D97B1C9C6E}"/>
              </a:ext>
            </a:extLst>
          </p:cNvPr>
          <p:cNvSpPr>
            <a:spLocks noGrp="1"/>
          </p:cNvSpPr>
          <p:nvPr>
            <p:ph type="title"/>
          </p:nvPr>
        </p:nvSpPr>
        <p:spPr>
          <a:xfrm>
            <a:off x="177464" y="45746"/>
            <a:ext cx="11176337" cy="693164"/>
          </a:xfr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4AACAA9-C80B-49D2-A855-82CB70A16B07}"/>
              </a:ext>
            </a:extLst>
          </p:cNvPr>
          <p:cNvSpPr>
            <a:spLocks noGrp="1"/>
          </p:cNvSpPr>
          <p:nvPr>
            <p:ph idx="1"/>
          </p:nvPr>
        </p:nvSpPr>
        <p:spPr>
          <a:xfrm>
            <a:off x="177463" y="960583"/>
            <a:ext cx="11854440" cy="5671127"/>
          </a:xfrm>
        </p:spPr>
        <p:txBody>
          <a:bodyPr/>
          <a:lstStyle>
            <a:lvl1pPr>
              <a:buFont typeface="Wingdings" panose="05000000000000000000" pitchFamily="2" charset="2"/>
              <a:buChar char="n"/>
              <a:defRPr sz="1600">
                <a:latin typeface="Meiryo UI" panose="020B0604030504040204" pitchFamily="50" charset="-128"/>
                <a:ea typeface="Meiryo UI" panose="020B0604030504040204" pitchFamily="50" charset="-128"/>
              </a:defRPr>
            </a:lvl1pPr>
            <a:lvl2pPr>
              <a:buFont typeface="Wingdings" panose="05000000000000000000" pitchFamily="2" charset="2"/>
              <a:buChar char="n"/>
              <a:defRPr sz="1600">
                <a:latin typeface="Meiryo UI" panose="020B0604030504040204" pitchFamily="50" charset="-128"/>
                <a:ea typeface="Meiryo UI" panose="020B0604030504040204" pitchFamily="50" charset="-128"/>
              </a:defRPr>
            </a:lvl2pPr>
            <a:lvl3pPr>
              <a:buFont typeface="Wingdings" panose="05000000000000000000" pitchFamily="2" charset="2"/>
              <a:buChar char="n"/>
              <a:defRPr sz="1600">
                <a:latin typeface="Meiryo UI" panose="020B0604030504040204" pitchFamily="50" charset="-128"/>
                <a:ea typeface="Meiryo UI" panose="020B0604030504040204" pitchFamily="50" charset="-128"/>
              </a:defRPr>
            </a:lvl3pPr>
            <a:lvl4pPr>
              <a:buFont typeface="Wingdings" panose="05000000000000000000" pitchFamily="2" charset="2"/>
              <a:buChar char="n"/>
              <a:defRPr sz="1600">
                <a:latin typeface="Meiryo UI" panose="020B0604030504040204" pitchFamily="50" charset="-128"/>
                <a:ea typeface="Meiryo UI" panose="020B0604030504040204" pitchFamily="50" charset="-128"/>
              </a:defRPr>
            </a:lvl4pPr>
            <a:lvl5pPr>
              <a:buFont typeface="Wingdings" panose="05000000000000000000" pitchFamily="2" charset="2"/>
              <a:buChar char="n"/>
              <a:defRPr sz="1600">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3380159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タイトルのみ">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25249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E0BB7D2-C385-40CC-A8CC-2C1B2C61031B}"/>
              </a:ext>
            </a:extLst>
          </p:cNvPr>
          <p:cNvSpPr/>
          <p:nvPr userDrawn="1"/>
        </p:nvSpPr>
        <p:spPr>
          <a:xfrm>
            <a:off x="1" y="-1"/>
            <a:ext cx="12178916"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pic>
        <p:nvPicPr>
          <p:cNvPr id="9" name="図 8">
            <a:extLst>
              <a:ext uri="{FF2B5EF4-FFF2-40B4-BE49-F238E27FC236}">
                <a16:creationId xmlns:a16="http://schemas.microsoft.com/office/drawing/2014/main" id="{E51EAAC1-9039-4C01-9DB9-88CA4A8DCDBA}"/>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18045" y="1955621"/>
            <a:ext cx="7155910" cy="4425366"/>
          </a:xfrm>
          <a:prstGeom prst="rect">
            <a:avLst/>
          </a:prstGeom>
        </p:spPr>
      </p:pic>
      <p:sp>
        <p:nvSpPr>
          <p:cNvPr id="10" name="テキスト ボックス 9">
            <a:extLst>
              <a:ext uri="{FF2B5EF4-FFF2-40B4-BE49-F238E27FC236}">
                <a16:creationId xmlns:a16="http://schemas.microsoft.com/office/drawing/2014/main" id="{15A10E7C-244D-4F07-98D5-D83226DBE3B8}"/>
              </a:ext>
            </a:extLst>
          </p:cNvPr>
          <p:cNvSpPr txBox="1"/>
          <p:nvPr userDrawn="1"/>
        </p:nvSpPr>
        <p:spPr>
          <a:xfrm rot="16200000">
            <a:off x="5634335" y="-1708707"/>
            <a:ext cx="923330" cy="7337577"/>
          </a:xfrm>
          <a:prstGeom prst="rect">
            <a:avLst/>
          </a:prstGeom>
          <a:noFill/>
        </p:spPr>
        <p:txBody>
          <a:bodyPr vert="eaVert" wrap="square" rtlCol="0">
            <a:spAutoFit/>
          </a:bodyPr>
          <a:lstStyle/>
          <a:p>
            <a:pPr marL="216000"/>
            <a:r>
              <a:rPr kumimoji="1" lang="en-US" altLang="ja-JP" sz="4800" i="1" dirty="0">
                <a:solidFill>
                  <a:schemeClr val="bg1">
                    <a:lumMod val="50000"/>
                  </a:schemeClr>
                </a:solidFill>
                <a:latin typeface="Cambria" panose="02040503050406030204" pitchFamily="18" charset="0"/>
                <a:ea typeface="Cambria" panose="02040503050406030204" pitchFamily="18" charset="0"/>
              </a:rPr>
              <a:t>Journey to Transformation</a:t>
            </a:r>
            <a:endParaRPr kumimoji="1" lang="ja-JP" altLang="en-US" sz="4800" i="1" dirty="0">
              <a:solidFill>
                <a:schemeClr val="bg1">
                  <a:lumMod val="50000"/>
                </a:schemeClr>
              </a:solidFill>
              <a:latin typeface="Cambria" panose="02040503050406030204" pitchFamily="18" charset="0"/>
            </a:endParaRPr>
          </a:p>
        </p:txBody>
      </p:sp>
    </p:spTree>
    <p:extLst>
      <p:ext uri="{BB962C8B-B14F-4D97-AF65-F5344CB8AC3E}">
        <p14:creationId xmlns:p14="http://schemas.microsoft.com/office/powerpoint/2010/main" val="3792210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1.jpg"/><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188FD8E-C0A7-0C4B-0C40-9EF01FCF4D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5BE88F5-AC40-A1D4-4CE5-65CC46D928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74338E7-A085-5DFE-512E-D9F4DCF583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5EEA57-1E5E-42D2-8027-8A3CBC211718}" type="datetimeFigureOut">
              <a:rPr kumimoji="1" lang="ja-JP" altLang="en-US" smtClean="0"/>
              <a:t>2025/11/13</a:t>
            </a:fld>
            <a:endParaRPr kumimoji="1" lang="ja-JP" altLang="en-US"/>
          </a:p>
        </p:txBody>
      </p:sp>
      <p:sp>
        <p:nvSpPr>
          <p:cNvPr id="5" name="フッター プレースホルダー 4">
            <a:extLst>
              <a:ext uri="{FF2B5EF4-FFF2-40B4-BE49-F238E27FC236}">
                <a16:creationId xmlns:a16="http://schemas.microsoft.com/office/drawing/2014/main" id="{6CCD2781-87F9-6076-B571-B8D6CC2D53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4CE3C63-866E-2FFC-D783-F1E10950A9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E03BA6-961C-4126-BB46-CE8E3851AB15}" type="slidenum">
              <a:rPr kumimoji="1" lang="ja-JP" altLang="en-US" smtClean="0"/>
              <a:t>‹#›</a:t>
            </a:fld>
            <a:endParaRPr kumimoji="1" lang="ja-JP" altLang="en-US"/>
          </a:p>
        </p:txBody>
      </p:sp>
    </p:spTree>
    <p:extLst>
      <p:ext uri="{BB962C8B-B14F-4D97-AF65-F5344CB8AC3E}">
        <p14:creationId xmlns:p14="http://schemas.microsoft.com/office/powerpoint/2010/main" val="2764824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309B93-B485-4872-9705-2EBAE49ED2EA}"/>
              </a:ext>
            </a:extLst>
          </p:cNvPr>
          <p:cNvSpPr>
            <a:spLocks noGrp="1"/>
          </p:cNvSpPr>
          <p:nvPr>
            <p:ph type="title"/>
          </p:nvPr>
        </p:nvSpPr>
        <p:spPr>
          <a:xfrm>
            <a:off x="177464" y="45746"/>
            <a:ext cx="11176337" cy="719123"/>
          </a:xfrm>
          <a:prstGeom prst="rect">
            <a:avLst/>
          </a:prstGeom>
        </p:spPr>
        <p:txBody>
          <a:bodyPr vert="horz" lIns="91440" tIns="45720" rIns="91440" bIns="45720" rtlCol="0" anchor="b">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D44719F9-A788-46CB-8203-35FBABAACF00}"/>
              </a:ext>
            </a:extLst>
          </p:cNvPr>
          <p:cNvSpPr>
            <a:spLocks noGrp="1"/>
          </p:cNvSpPr>
          <p:nvPr>
            <p:ph type="body" idx="1"/>
          </p:nvPr>
        </p:nvSpPr>
        <p:spPr>
          <a:xfrm>
            <a:off x="177463" y="994352"/>
            <a:ext cx="1183707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テキスト ボックス 6">
            <a:extLst>
              <a:ext uri="{FF2B5EF4-FFF2-40B4-BE49-F238E27FC236}">
                <a16:creationId xmlns:a16="http://schemas.microsoft.com/office/drawing/2014/main" id="{F2016A98-95E0-49E9-AA37-1CF2D4B6C062}"/>
              </a:ext>
            </a:extLst>
          </p:cNvPr>
          <p:cNvSpPr txBox="1"/>
          <p:nvPr userDrawn="1"/>
        </p:nvSpPr>
        <p:spPr>
          <a:xfrm>
            <a:off x="9619210" y="6722784"/>
            <a:ext cx="2561967" cy="108000"/>
          </a:xfrm>
          <a:prstGeom prst="rect">
            <a:avLst/>
          </a:prstGeom>
          <a:noFill/>
        </p:spPr>
        <p:txBody>
          <a:bodyPr wrap="square" rtlCol="0" anchor="ctr">
            <a:noAutofit/>
          </a:bodyPr>
          <a:lstStyle/>
          <a:p>
            <a:pPr algn="r"/>
            <a:r>
              <a:rPr kumimoji="1" lang="en-US" altLang="ja-JP" sz="1000" dirty="0">
                <a:latin typeface="Meiryo UI" panose="020B0604030504040204" pitchFamily="50" charset="-128"/>
                <a:ea typeface="Meiryo UI" panose="020B0604030504040204" pitchFamily="50" charset="-128"/>
                <a:cs typeface="Arial" panose="020B0604020202020204" pitchFamily="34" charset="0"/>
              </a:rPr>
              <a:t>©2025 B&amp;DX Ltd.</a:t>
            </a:r>
            <a:endParaRPr kumimoji="1" lang="ja-JP" altLang="en-US" sz="1000" dirty="0">
              <a:latin typeface="Meiryo UI" panose="020B0604030504040204" pitchFamily="50" charset="-128"/>
              <a:ea typeface="Meiryo UI" panose="020B0604030504040204" pitchFamily="50" charset="-128"/>
              <a:cs typeface="Arial" panose="020B0604020202020204" pitchFamily="34" charset="0"/>
            </a:endParaRPr>
          </a:p>
        </p:txBody>
      </p:sp>
      <p:sp>
        <p:nvSpPr>
          <p:cNvPr id="10" name="正方形/長方形 9">
            <a:extLst>
              <a:ext uri="{FF2B5EF4-FFF2-40B4-BE49-F238E27FC236}">
                <a16:creationId xmlns:a16="http://schemas.microsoft.com/office/drawing/2014/main" id="{E2D36A23-5CDC-4C64-8C39-BE27A56D8E53}"/>
              </a:ext>
            </a:extLst>
          </p:cNvPr>
          <p:cNvSpPr/>
          <p:nvPr userDrawn="1"/>
        </p:nvSpPr>
        <p:spPr>
          <a:xfrm>
            <a:off x="-14869" y="773635"/>
            <a:ext cx="12206869" cy="72000"/>
          </a:xfrm>
          <a:prstGeom prst="rect">
            <a:avLst/>
          </a:prstGeom>
          <a:gradFill flip="none" rotWithShape="1">
            <a:gsLst>
              <a:gs pos="12000">
                <a:schemeClr val="accent1">
                  <a:lumMod val="5000"/>
                  <a:lumOff val="95000"/>
                </a:schemeClr>
              </a:gs>
              <a:gs pos="39000">
                <a:srgbClr val="0DADE6"/>
              </a:gs>
              <a:gs pos="100000">
                <a:srgbClr val="023894"/>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p>
        </p:txBody>
      </p:sp>
      <p:pic>
        <p:nvPicPr>
          <p:cNvPr id="11" name="図 10">
            <a:extLst>
              <a:ext uri="{FF2B5EF4-FFF2-40B4-BE49-F238E27FC236}">
                <a16:creationId xmlns:a16="http://schemas.microsoft.com/office/drawing/2014/main" id="{9C4F54B5-D401-488F-ABD7-88D9907D1EFE}"/>
              </a:ext>
            </a:extLst>
          </p:cNvPr>
          <p:cNvPicPr>
            <a:picLocks noChangeAspect="1"/>
          </p:cNvPicPr>
          <p:nvPr userDrawn="1"/>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5855" t="23195" r="60038" b="25165"/>
          <a:stretch/>
        </p:blipFill>
        <p:spPr>
          <a:xfrm>
            <a:off x="11453900" y="115016"/>
            <a:ext cx="633456" cy="593124"/>
          </a:xfrm>
          <a:prstGeom prst="rect">
            <a:avLst/>
          </a:prstGeom>
        </p:spPr>
      </p:pic>
      <p:sp>
        <p:nvSpPr>
          <p:cNvPr id="12" name="テキスト ボックス 11">
            <a:extLst>
              <a:ext uri="{FF2B5EF4-FFF2-40B4-BE49-F238E27FC236}">
                <a16:creationId xmlns:a16="http://schemas.microsoft.com/office/drawing/2014/main" id="{EF0CDF98-A4D6-464E-97E4-26B082031AAC}"/>
              </a:ext>
            </a:extLst>
          </p:cNvPr>
          <p:cNvSpPr txBox="1"/>
          <p:nvPr userDrawn="1"/>
        </p:nvSpPr>
        <p:spPr>
          <a:xfrm>
            <a:off x="4815017" y="6722784"/>
            <a:ext cx="2561967" cy="108000"/>
          </a:xfrm>
          <a:prstGeom prst="rect">
            <a:avLst/>
          </a:prstGeom>
          <a:noFill/>
        </p:spPr>
        <p:txBody>
          <a:bodyPr wrap="square" rtlCol="0" anchor="ctr">
            <a:noAutofit/>
          </a:bodyPr>
          <a:lstStyle/>
          <a:p>
            <a:pPr algn="ctr"/>
            <a:r>
              <a:rPr kumimoji="1" lang="en-US" altLang="ja-JP" sz="1000" dirty="0">
                <a:latin typeface="Meiryo UI" panose="020B0604030504040204" pitchFamily="50" charset="-128"/>
                <a:ea typeface="Meiryo UI" panose="020B0604030504040204" pitchFamily="50" charset="-128"/>
                <a:cs typeface="Arial" panose="020B0604020202020204" pitchFamily="34" charset="0"/>
              </a:rPr>
              <a:t>Confidential</a:t>
            </a:r>
            <a:endParaRPr kumimoji="1" lang="ja-JP" altLang="en-US" sz="1000" dirty="0">
              <a:latin typeface="Meiryo UI" panose="020B0604030504040204" pitchFamily="50" charset="-128"/>
              <a:ea typeface="Meiryo UI" panose="020B0604030504040204" pitchFamily="50" charset="-128"/>
              <a:cs typeface="Arial" panose="020B0604020202020204" pitchFamily="34" charset="0"/>
            </a:endParaRPr>
          </a:p>
        </p:txBody>
      </p:sp>
      <p:sp>
        <p:nvSpPr>
          <p:cNvPr id="14" name="テキスト ボックス 13">
            <a:extLst>
              <a:ext uri="{FF2B5EF4-FFF2-40B4-BE49-F238E27FC236}">
                <a16:creationId xmlns:a16="http://schemas.microsoft.com/office/drawing/2014/main" id="{E372D836-E16D-4F58-93B7-9A1685B5540B}"/>
              </a:ext>
            </a:extLst>
          </p:cNvPr>
          <p:cNvSpPr txBox="1"/>
          <p:nvPr userDrawn="1"/>
        </p:nvSpPr>
        <p:spPr>
          <a:xfrm>
            <a:off x="-13032" y="6722784"/>
            <a:ext cx="2561967" cy="108000"/>
          </a:xfrm>
          <a:prstGeom prst="rect">
            <a:avLst/>
          </a:prstGeom>
          <a:noFill/>
        </p:spPr>
        <p:txBody>
          <a:bodyPr wrap="square" rtlCol="0" anchor="ctr">
            <a:noAutofit/>
          </a:bodyPr>
          <a:lstStyle/>
          <a:p>
            <a:pPr algn="l"/>
            <a:fld id="{80D0F6C3-86DD-4FA8-8A36-403A2A70DBE0}" type="slidenum">
              <a:rPr kumimoji="1" lang="ja-JP" altLang="en-US" sz="1000" smtClean="0">
                <a:latin typeface="Meiryo UI" panose="020B0604030504040204" pitchFamily="50" charset="-128"/>
                <a:ea typeface="Meiryo UI" panose="020B0604030504040204" pitchFamily="50" charset="-128"/>
              </a:rPr>
              <a:pPr/>
              <a:t>‹#›</a:t>
            </a:fld>
            <a:endParaRPr kumimoji="1" lang="ja-JP" altLang="en-US" sz="1000" dirty="0">
              <a:latin typeface="Meiryo UI" panose="020B0604030504040204" pitchFamily="50" charset="-128"/>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3722210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dt="0"/>
  <p:txStyles>
    <p:titleStyle>
      <a:lvl1pPr algn="l" defTabSz="914400" rtl="0" eaLnBrk="1" latinLnBrk="0" hangingPunct="1">
        <a:lnSpc>
          <a:spcPct val="90000"/>
        </a:lnSpc>
        <a:spcBef>
          <a:spcPct val="0"/>
        </a:spcBef>
        <a:buNone/>
        <a:defRPr kumimoji="1" sz="2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正方形/長方形 32">
            <a:extLst>
              <a:ext uri="{FF2B5EF4-FFF2-40B4-BE49-F238E27FC236}">
                <a16:creationId xmlns:a16="http://schemas.microsoft.com/office/drawing/2014/main" id="{D99E4B3E-1C55-634C-C6B9-42B1D26A2C67}"/>
              </a:ext>
            </a:extLst>
          </p:cNvPr>
          <p:cNvSpPr/>
          <p:nvPr/>
        </p:nvSpPr>
        <p:spPr>
          <a:xfrm>
            <a:off x="224239" y="1312200"/>
            <a:ext cx="5760000" cy="43200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white"/>
                </a:solidFill>
                <a:effectLst/>
                <a:uLnTx/>
                <a:uFillTx/>
                <a:latin typeface="Meiryo UI"/>
                <a:ea typeface="Meiryo UI"/>
                <a:cs typeface="+mn-cs"/>
              </a:rPr>
              <a:t>印鑑なし</a:t>
            </a:r>
          </a:p>
        </p:txBody>
      </p:sp>
      <p:sp>
        <p:nvSpPr>
          <p:cNvPr id="34" name="正方形/長方形 33">
            <a:extLst>
              <a:ext uri="{FF2B5EF4-FFF2-40B4-BE49-F238E27FC236}">
                <a16:creationId xmlns:a16="http://schemas.microsoft.com/office/drawing/2014/main" id="{84CC0AF4-FBFC-83D2-6EE9-92A813B0F8D9}"/>
              </a:ext>
            </a:extLst>
          </p:cNvPr>
          <p:cNvSpPr/>
          <p:nvPr/>
        </p:nvSpPr>
        <p:spPr>
          <a:xfrm>
            <a:off x="6207761" y="1312200"/>
            <a:ext cx="5760000"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2000" b="1" i="0" u="none" strike="noStrike" kern="1200" cap="none" spc="0" normalizeH="0" baseline="0" noProof="0" dirty="0">
                <a:ln>
                  <a:noFill/>
                </a:ln>
                <a:solidFill>
                  <a:prstClr val="white"/>
                </a:solidFill>
                <a:effectLst/>
                <a:uLnTx/>
                <a:uFillTx/>
                <a:latin typeface="Meiryo UI"/>
                <a:ea typeface="Meiryo UI"/>
                <a:cs typeface="+mn-cs"/>
              </a:rPr>
              <a:t>印鑑あり</a:t>
            </a:r>
          </a:p>
        </p:txBody>
      </p:sp>
      <p:grpSp>
        <p:nvGrpSpPr>
          <p:cNvPr id="20" name="グループ化 19">
            <a:extLst>
              <a:ext uri="{FF2B5EF4-FFF2-40B4-BE49-F238E27FC236}">
                <a16:creationId xmlns:a16="http://schemas.microsoft.com/office/drawing/2014/main" id="{0C75D053-54E4-5AAC-F93C-DF6D374E3A88}"/>
              </a:ext>
            </a:extLst>
          </p:cNvPr>
          <p:cNvGrpSpPr/>
          <p:nvPr/>
        </p:nvGrpSpPr>
        <p:grpSpPr>
          <a:xfrm>
            <a:off x="4084679" y="2981408"/>
            <a:ext cx="1859279" cy="1813560"/>
            <a:chOff x="3373120" y="2934393"/>
            <a:chExt cx="2489200" cy="1813560"/>
          </a:xfrm>
        </p:grpSpPr>
        <p:sp>
          <p:nvSpPr>
            <p:cNvPr id="5" name="四角形: 角を丸くする 4">
              <a:extLst>
                <a:ext uri="{FF2B5EF4-FFF2-40B4-BE49-F238E27FC236}">
                  <a16:creationId xmlns:a16="http://schemas.microsoft.com/office/drawing/2014/main" id="{80C34B6F-778D-6B49-1C89-312B48C2F6A9}"/>
                </a:ext>
              </a:extLst>
            </p:cNvPr>
            <p:cNvSpPr/>
            <p:nvPr/>
          </p:nvSpPr>
          <p:spPr>
            <a:xfrm>
              <a:off x="3373120" y="2934393"/>
              <a:ext cx="2489200" cy="1813560"/>
            </a:xfrm>
            <a:prstGeom prst="roundRect">
              <a:avLst>
                <a:gd name="adj" fmla="val 0"/>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6" name="四角形: 角を丸くする 5">
              <a:extLst>
                <a:ext uri="{FF2B5EF4-FFF2-40B4-BE49-F238E27FC236}">
                  <a16:creationId xmlns:a16="http://schemas.microsoft.com/office/drawing/2014/main" id="{EC4537C6-0666-C463-78FF-AE23C28DCC2B}"/>
                </a:ext>
              </a:extLst>
            </p:cNvPr>
            <p:cNvSpPr/>
            <p:nvPr/>
          </p:nvSpPr>
          <p:spPr>
            <a:xfrm>
              <a:off x="3373120" y="2934393"/>
              <a:ext cx="2489200" cy="332047"/>
            </a:xfrm>
            <a:prstGeom prst="roundRect">
              <a:avLst>
                <a:gd name="adj" fmla="val 0"/>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お届け印</a:t>
              </a:r>
            </a:p>
          </p:txBody>
        </p:sp>
      </p:grpSp>
      <p:grpSp>
        <p:nvGrpSpPr>
          <p:cNvPr id="18" name="グループ化 17">
            <a:extLst>
              <a:ext uri="{FF2B5EF4-FFF2-40B4-BE49-F238E27FC236}">
                <a16:creationId xmlns:a16="http://schemas.microsoft.com/office/drawing/2014/main" id="{1B99FB74-F80B-821A-A9F0-7C0DBDFC76E2}"/>
              </a:ext>
            </a:extLst>
          </p:cNvPr>
          <p:cNvGrpSpPr/>
          <p:nvPr/>
        </p:nvGrpSpPr>
        <p:grpSpPr>
          <a:xfrm>
            <a:off x="379989" y="2981408"/>
            <a:ext cx="3582769" cy="1779848"/>
            <a:chOff x="568960" y="2934392"/>
            <a:chExt cx="2489200" cy="1574802"/>
          </a:xfrm>
        </p:grpSpPr>
        <p:sp>
          <p:nvSpPr>
            <p:cNvPr id="4" name="四角形: 角を丸くする 3">
              <a:extLst>
                <a:ext uri="{FF2B5EF4-FFF2-40B4-BE49-F238E27FC236}">
                  <a16:creationId xmlns:a16="http://schemas.microsoft.com/office/drawing/2014/main" id="{73479E9E-5AA3-0390-A284-183690ECD249}"/>
                </a:ext>
              </a:extLst>
            </p:cNvPr>
            <p:cNvSpPr/>
            <p:nvPr/>
          </p:nvSpPr>
          <p:spPr>
            <a:xfrm>
              <a:off x="568960" y="2934393"/>
              <a:ext cx="2489200" cy="1574800"/>
            </a:xfrm>
            <a:prstGeom prst="roundRect">
              <a:avLst>
                <a:gd name="adj" fmla="val 8925"/>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wrap="non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7" name="四角形: 角を丸くする 6">
              <a:extLst>
                <a:ext uri="{FF2B5EF4-FFF2-40B4-BE49-F238E27FC236}">
                  <a16:creationId xmlns:a16="http://schemas.microsoft.com/office/drawing/2014/main" id="{2E5B1CDA-CE06-BF98-34A6-C2DD7B90B164}"/>
                </a:ext>
              </a:extLst>
            </p:cNvPr>
            <p:cNvSpPr/>
            <p:nvPr/>
          </p:nvSpPr>
          <p:spPr>
            <a:xfrm>
              <a:off x="568960" y="2934392"/>
              <a:ext cx="1239520" cy="787399"/>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キャッシュカード</a:t>
              </a:r>
            </a:p>
          </p:txBody>
        </p:sp>
        <p:sp>
          <p:nvSpPr>
            <p:cNvPr id="8" name="四角形: 角を丸くする 7">
              <a:extLst>
                <a:ext uri="{FF2B5EF4-FFF2-40B4-BE49-F238E27FC236}">
                  <a16:creationId xmlns:a16="http://schemas.microsoft.com/office/drawing/2014/main" id="{8C1F2DBC-C9DA-55FA-4BF3-E7F26CD55CEB}"/>
                </a:ext>
              </a:extLst>
            </p:cNvPr>
            <p:cNvSpPr/>
            <p:nvPr/>
          </p:nvSpPr>
          <p:spPr>
            <a:xfrm>
              <a:off x="568960" y="3721793"/>
              <a:ext cx="619760" cy="787401"/>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本人</a:t>
              </a:r>
            </a:p>
          </p:txBody>
        </p:sp>
        <p:sp>
          <p:nvSpPr>
            <p:cNvPr id="9" name="四角形: 角を丸くする 8">
              <a:extLst>
                <a:ext uri="{FF2B5EF4-FFF2-40B4-BE49-F238E27FC236}">
                  <a16:creationId xmlns:a16="http://schemas.microsoft.com/office/drawing/2014/main" id="{513B9925-18E5-5F43-5BEC-4981C93A1A8B}"/>
                </a:ext>
              </a:extLst>
            </p:cNvPr>
            <p:cNvSpPr/>
            <p:nvPr/>
          </p:nvSpPr>
          <p:spPr>
            <a:xfrm>
              <a:off x="1193800" y="3721793"/>
              <a:ext cx="619760" cy="787401"/>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wrap="non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代理人</a:t>
              </a:r>
            </a:p>
          </p:txBody>
        </p:sp>
        <p:cxnSp>
          <p:nvCxnSpPr>
            <p:cNvPr id="11" name="直線コネクタ 10">
              <a:extLst>
                <a:ext uri="{FF2B5EF4-FFF2-40B4-BE49-F238E27FC236}">
                  <a16:creationId xmlns:a16="http://schemas.microsoft.com/office/drawing/2014/main" id="{6CDBFE40-C676-334A-9B2E-FF5E5740A3DE}"/>
                </a:ext>
              </a:extLst>
            </p:cNvPr>
            <p:cNvCxnSpPr>
              <a:stCxn id="4" idx="1"/>
            </p:cNvCxnSpPr>
            <p:nvPr/>
          </p:nvCxnSpPr>
          <p:spPr>
            <a:xfrm>
              <a:off x="568960" y="3721793"/>
              <a:ext cx="12395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B5C99AE2-DC02-E49C-3BD6-D0CA1166A04E}"/>
                </a:ext>
              </a:extLst>
            </p:cNvPr>
            <p:cNvCxnSpPr>
              <a:cxnSpLocks/>
              <a:stCxn id="4" idx="2"/>
              <a:endCxn id="4" idx="0"/>
            </p:cNvCxnSpPr>
            <p:nvPr/>
          </p:nvCxnSpPr>
          <p:spPr>
            <a:xfrm flipV="1">
              <a:off x="1813560" y="2934393"/>
              <a:ext cx="0" cy="1574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3427DC5A-D050-23CF-3D04-ECFA30DC8AAF}"/>
                </a:ext>
              </a:extLst>
            </p:cNvPr>
            <p:cNvCxnSpPr>
              <a:cxnSpLocks/>
            </p:cNvCxnSpPr>
            <p:nvPr/>
          </p:nvCxnSpPr>
          <p:spPr>
            <a:xfrm>
              <a:off x="1188720" y="3721793"/>
              <a:ext cx="0" cy="78740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19" name="楕円 18">
            <a:extLst>
              <a:ext uri="{FF2B5EF4-FFF2-40B4-BE49-F238E27FC236}">
                <a16:creationId xmlns:a16="http://schemas.microsoft.com/office/drawing/2014/main" id="{3F1AF025-81F9-E710-56B5-8B83A9861D2F}"/>
              </a:ext>
            </a:extLst>
          </p:cNvPr>
          <p:cNvSpPr/>
          <p:nvPr/>
        </p:nvSpPr>
        <p:spPr>
          <a:xfrm>
            <a:off x="2958774" y="3483173"/>
            <a:ext cx="873760" cy="833120"/>
          </a:xfrm>
          <a:prstGeom prst="ellipse">
            <a:avLst/>
          </a:prstGeom>
          <a:noFill/>
          <a:ln w="28575">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
        <p:nvSpPr>
          <p:cNvPr id="47" name="正方形/長方形 46">
            <a:extLst>
              <a:ext uri="{FF2B5EF4-FFF2-40B4-BE49-F238E27FC236}">
                <a16:creationId xmlns:a16="http://schemas.microsoft.com/office/drawing/2014/main" id="{347C5D4E-5AFE-8108-5703-26198F991175}"/>
              </a:ext>
            </a:extLst>
          </p:cNvPr>
          <p:cNvSpPr/>
          <p:nvPr/>
        </p:nvSpPr>
        <p:spPr>
          <a:xfrm>
            <a:off x="1871463" y="3721934"/>
            <a:ext cx="1313866" cy="396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ysClr val="windowText" lastClr="000000"/>
                </a:solidFill>
                <a:effectLst/>
                <a:uLnTx/>
                <a:uFillTx/>
                <a:latin typeface="HG正楷書体-PRO" panose="03000600000000000000" pitchFamily="66" charset="-128"/>
                <a:ea typeface="HG正楷書体-PRO" panose="03000600000000000000" pitchFamily="66" charset="-128"/>
                <a:cs typeface="+mn-cs"/>
              </a:rPr>
              <a:t>通帳</a:t>
            </a:r>
          </a:p>
        </p:txBody>
      </p:sp>
      <p:sp>
        <p:nvSpPr>
          <p:cNvPr id="48" name="正方形/長方形 47">
            <a:extLst>
              <a:ext uri="{FF2B5EF4-FFF2-40B4-BE49-F238E27FC236}">
                <a16:creationId xmlns:a16="http://schemas.microsoft.com/office/drawing/2014/main" id="{DEDD0C46-125E-7F2E-CD09-FC3D2C9A4B3F}"/>
              </a:ext>
            </a:extLst>
          </p:cNvPr>
          <p:cNvSpPr/>
          <p:nvPr/>
        </p:nvSpPr>
        <p:spPr>
          <a:xfrm>
            <a:off x="2738721" y="3721934"/>
            <a:ext cx="1313866" cy="396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ysClr val="windowText" lastClr="000000"/>
                </a:solidFill>
                <a:effectLst/>
                <a:uLnTx/>
                <a:uFillTx/>
                <a:latin typeface="HG正楷書体-PRO" panose="03000600000000000000" pitchFamily="66" charset="-128"/>
                <a:ea typeface="HG正楷書体-PRO" panose="03000600000000000000" pitchFamily="66" charset="-128"/>
                <a:cs typeface="+mn-cs"/>
              </a:rPr>
              <a:t>千葉</a:t>
            </a:r>
            <a:endParaRPr kumimoji="1" lang="en-US" altLang="ja-JP" sz="1800" b="0" i="0" u="none" strike="noStrike" kern="1200" cap="none" spc="0" normalizeH="0" baseline="0" noProof="0" dirty="0">
              <a:ln>
                <a:noFill/>
              </a:ln>
              <a:solidFill>
                <a:sysClr val="windowText" lastClr="000000"/>
              </a:solidFill>
              <a:effectLst/>
              <a:uLnTx/>
              <a:uFillTx/>
              <a:latin typeface="HG正楷書体-PRO" panose="03000600000000000000" pitchFamily="66" charset="-128"/>
              <a:ea typeface="HG正楷書体-PRO" panose="03000600000000000000" pitchFamily="66" charset="-128"/>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ysClr val="windowText" lastClr="000000"/>
                </a:solidFill>
                <a:effectLst/>
                <a:uLnTx/>
                <a:uFillTx/>
                <a:latin typeface="HG正楷書体-PRO" panose="03000600000000000000" pitchFamily="66" charset="-128"/>
                <a:ea typeface="HG正楷書体-PRO" panose="03000600000000000000" pitchFamily="66" charset="-128"/>
                <a:cs typeface="+mn-cs"/>
              </a:rPr>
              <a:t>豊</a:t>
            </a:r>
          </a:p>
        </p:txBody>
      </p:sp>
      <p:sp>
        <p:nvSpPr>
          <p:cNvPr id="49" name="楕円 48">
            <a:extLst>
              <a:ext uri="{FF2B5EF4-FFF2-40B4-BE49-F238E27FC236}">
                <a16:creationId xmlns:a16="http://schemas.microsoft.com/office/drawing/2014/main" id="{EB393F44-F594-92E0-EC04-42DA4D72D56F}"/>
              </a:ext>
            </a:extLst>
          </p:cNvPr>
          <p:cNvSpPr/>
          <p:nvPr/>
        </p:nvSpPr>
        <p:spPr>
          <a:xfrm>
            <a:off x="264520" y="4111590"/>
            <a:ext cx="1142759" cy="40940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
        <p:nvSpPr>
          <p:cNvPr id="53" name="吹き出し: 折線 52">
            <a:extLst>
              <a:ext uri="{FF2B5EF4-FFF2-40B4-BE49-F238E27FC236}">
                <a16:creationId xmlns:a16="http://schemas.microsoft.com/office/drawing/2014/main" id="{323B7346-EC93-7D7D-86DF-41CAFF41CA8A}"/>
              </a:ext>
            </a:extLst>
          </p:cNvPr>
          <p:cNvSpPr/>
          <p:nvPr/>
        </p:nvSpPr>
        <p:spPr>
          <a:xfrm>
            <a:off x="1826858" y="2235641"/>
            <a:ext cx="2082935" cy="721691"/>
          </a:xfrm>
          <a:prstGeom prst="borderCallout2">
            <a:avLst>
              <a:gd name="adj1" fmla="val 99743"/>
              <a:gd name="adj2" fmla="val 6438"/>
              <a:gd name="adj3" fmla="val 129966"/>
              <a:gd name="adj4" fmla="val 9204"/>
              <a:gd name="adj5" fmla="val 196127"/>
              <a:gd name="adj6" fmla="val 25815"/>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通帳の持参がないときは、「通帳」という表記を受ける</a:t>
            </a:r>
          </a:p>
        </p:txBody>
      </p:sp>
      <p:sp>
        <p:nvSpPr>
          <p:cNvPr id="54" name="吹き出し: 折線 53">
            <a:extLst>
              <a:ext uri="{FF2B5EF4-FFF2-40B4-BE49-F238E27FC236}">
                <a16:creationId xmlns:a16="http://schemas.microsoft.com/office/drawing/2014/main" id="{990FBC23-0713-8290-6C6E-B548FF48B51A}"/>
              </a:ext>
            </a:extLst>
          </p:cNvPr>
          <p:cNvSpPr/>
          <p:nvPr/>
        </p:nvSpPr>
        <p:spPr>
          <a:xfrm>
            <a:off x="3395654" y="5307650"/>
            <a:ext cx="2474199" cy="721691"/>
          </a:xfrm>
          <a:prstGeom prst="borderCallout2">
            <a:avLst>
              <a:gd name="adj1" fmla="val 44839"/>
              <a:gd name="adj2" fmla="val 278"/>
              <a:gd name="adj3" fmla="val 35643"/>
              <a:gd name="adj4" fmla="val -9275"/>
              <a:gd name="adj5" fmla="val -141746"/>
              <a:gd name="adj6" fmla="val -7036"/>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押印欄に署名を受ける（屋号付きの個人事業主の場合は、</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個人名のみの署名で可）</a:t>
            </a:r>
          </a:p>
        </p:txBody>
      </p:sp>
      <p:grpSp>
        <p:nvGrpSpPr>
          <p:cNvPr id="60" name="グループ化 59">
            <a:extLst>
              <a:ext uri="{FF2B5EF4-FFF2-40B4-BE49-F238E27FC236}">
                <a16:creationId xmlns:a16="http://schemas.microsoft.com/office/drawing/2014/main" id="{147B123C-1051-D616-2C31-FFBD67AD18DA}"/>
              </a:ext>
            </a:extLst>
          </p:cNvPr>
          <p:cNvGrpSpPr/>
          <p:nvPr/>
        </p:nvGrpSpPr>
        <p:grpSpPr>
          <a:xfrm>
            <a:off x="301758" y="4950652"/>
            <a:ext cx="2618199" cy="870002"/>
            <a:chOff x="342039" y="5188117"/>
            <a:chExt cx="2618199" cy="870002"/>
          </a:xfrm>
        </p:grpSpPr>
        <p:sp>
          <p:nvSpPr>
            <p:cNvPr id="52" name="吹き出し: 折線 51">
              <a:extLst>
                <a:ext uri="{FF2B5EF4-FFF2-40B4-BE49-F238E27FC236}">
                  <a16:creationId xmlns:a16="http://schemas.microsoft.com/office/drawing/2014/main" id="{0355537E-AFB7-24F9-567B-E9A4162FB3D5}"/>
                </a:ext>
              </a:extLst>
            </p:cNvPr>
            <p:cNvSpPr/>
            <p:nvPr/>
          </p:nvSpPr>
          <p:spPr>
            <a:xfrm>
              <a:off x="486039" y="5336428"/>
              <a:ext cx="2474199" cy="721691"/>
            </a:xfrm>
            <a:prstGeom prst="borderCallout2">
              <a:avLst>
                <a:gd name="adj1" fmla="val -211"/>
                <a:gd name="adj2" fmla="val 18757"/>
                <a:gd name="adj3" fmla="val -22076"/>
                <a:gd name="adj4" fmla="val 13309"/>
                <a:gd name="adj5" fmla="val -76987"/>
                <a:gd name="adj6" fmla="val 12263"/>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カードの回収ができないときは、該当の契約区分（本人・代理人の区分）を○で囲む</a:t>
              </a: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55" name="楕円 54">
              <a:extLst>
                <a:ext uri="{FF2B5EF4-FFF2-40B4-BE49-F238E27FC236}">
                  <a16:creationId xmlns:a16="http://schemas.microsoft.com/office/drawing/2014/main" id="{EF024E4F-F355-3D13-D7B2-52BC0DC3F177}"/>
                </a:ext>
              </a:extLst>
            </p:cNvPr>
            <p:cNvSpPr/>
            <p:nvPr/>
          </p:nvSpPr>
          <p:spPr>
            <a:xfrm>
              <a:off x="342039" y="5188117"/>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1</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grpSp>
      <p:sp>
        <p:nvSpPr>
          <p:cNvPr id="56" name="楕円 55">
            <a:extLst>
              <a:ext uri="{FF2B5EF4-FFF2-40B4-BE49-F238E27FC236}">
                <a16:creationId xmlns:a16="http://schemas.microsoft.com/office/drawing/2014/main" id="{CB16A455-E37C-D56B-7066-7EF5D19FBB56}"/>
              </a:ext>
            </a:extLst>
          </p:cNvPr>
          <p:cNvSpPr/>
          <p:nvPr/>
        </p:nvSpPr>
        <p:spPr>
          <a:xfrm>
            <a:off x="1682858" y="2120841"/>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2</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57" name="楕円 56">
            <a:extLst>
              <a:ext uri="{FF2B5EF4-FFF2-40B4-BE49-F238E27FC236}">
                <a16:creationId xmlns:a16="http://schemas.microsoft.com/office/drawing/2014/main" id="{8E05873E-1143-A63A-6AF1-A9B428C54CE1}"/>
              </a:ext>
            </a:extLst>
          </p:cNvPr>
          <p:cNvSpPr/>
          <p:nvPr/>
        </p:nvSpPr>
        <p:spPr>
          <a:xfrm>
            <a:off x="3235537" y="5172037"/>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3</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58" name="吹き出し: 折線 57">
            <a:extLst>
              <a:ext uri="{FF2B5EF4-FFF2-40B4-BE49-F238E27FC236}">
                <a16:creationId xmlns:a16="http://schemas.microsoft.com/office/drawing/2014/main" id="{6300C8E1-5491-336C-943A-7127943C43BF}"/>
              </a:ext>
            </a:extLst>
          </p:cNvPr>
          <p:cNvSpPr/>
          <p:nvPr/>
        </p:nvSpPr>
        <p:spPr>
          <a:xfrm>
            <a:off x="4568632" y="2415531"/>
            <a:ext cx="1141146" cy="476047"/>
          </a:xfrm>
          <a:prstGeom prst="borderCallout2">
            <a:avLst>
              <a:gd name="adj1" fmla="val 101254"/>
              <a:gd name="adj2" fmla="val 77102"/>
              <a:gd name="adj3" fmla="val 157959"/>
              <a:gd name="adj4" fmla="val 95276"/>
              <a:gd name="adj5" fmla="val 227871"/>
              <a:gd name="adj6" fmla="val 87713"/>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お届け印には</a:t>
            </a:r>
            <a:endParaRPr kumimoji="0" lang="en-US" altLang="ja-JP" sz="1400" b="0" i="0" u="none" strike="noStrike" kern="1200" cap="none" spc="0" normalizeH="0" baseline="0" noProof="0" dirty="0">
              <a:ln>
                <a:noFill/>
              </a:ln>
              <a:solidFill>
                <a:prstClr val="black"/>
              </a:solidFill>
              <a:effectLst/>
              <a:uLnTx/>
              <a:uFillTx/>
              <a:latin typeface="MS-Mincho"/>
              <a:ea typeface="Meiryo UI"/>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署名不要</a:t>
            </a:r>
          </a:p>
        </p:txBody>
      </p:sp>
      <p:sp>
        <p:nvSpPr>
          <p:cNvPr id="59" name="楕円 58">
            <a:extLst>
              <a:ext uri="{FF2B5EF4-FFF2-40B4-BE49-F238E27FC236}">
                <a16:creationId xmlns:a16="http://schemas.microsoft.com/office/drawing/2014/main" id="{0F9C835C-63D2-DC40-0424-09D6184BF60E}"/>
              </a:ext>
            </a:extLst>
          </p:cNvPr>
          <p:cNvSpPr/>
          <p:nvPr/>
        </p:nvSpPr>
        <p:spPr>
          <a:xfrm>
            <a:off x="4424631" y="2276211"/>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4</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grpSp>
        <p:nvGrpSpPr>
          <p:cNvPr id="21" name="グループ化 20">
            <a:extLst>
              <a:ext uri="{FF2B5EF4-FFF2-40B4-BE49-F238E27FC236}">
                <a16:creationId xmlns:a16="http://schemas.microsoft.com/office/drawing/2014/main" id="{03912322-6438-7005-83A1-56C0A85F1799}"/>
              </a:ext>
            </a:extLst>
          </p:cNvPr>
          <p:cNvGrpSpPr/>
          <p:nvPr/>
        </p:nvGrpSpPr>
        <p:grpSpPr>
          <a:xfrm>
            <a:off x="10010467" y="2981408"/>
            <a:ext cx="1859279" cy="1813560"/>
            <a:chOff x="3373120" y="2934393"/>
            <a:chExt cx="2489200" cy="1813560"/>
          </a:xfrm>
        </p:grpSpPr>
        <p:sp>
          <p:nvSpPr>
            <p:cNvPr id="22" name="四角形: 角を丸くする 21">
              <a:extLst>
                <a:ext uri="{FF2B5EF4-FFF2-40B4-BE49-F238E27FC236}">
                  <a16:creationId xmlns:a16="http://schemas.microsoft.com/office/drawing/2014/main" id="{3327F138-454A-26D1-8E94-499228F6A914}"/>
                </a:ext>
              </a:extLst>
            </p:cNvPr>
            <p:cNvSpPr/>
            <p:nvPr/>
          </p:nvSpPr>
          <p:spPr>
            <a:xfrm>
              <a:off x="3373120" y="2934393"/>
              <a:ext cx="2489200" cy="1813560"/>
            </a:xfrm>
            <a:prstGeom prst="roundRect">
              <a:avLst>
                <a:gd name="adj" fmla="val 0"/>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23" name="四角形: 角を丸くする 22">
              <a:extLst>
                <a:ext uri="{FF2B5EF4-FFF2-40B4-BE49-F238E27FC236}">
                  <a16:creationId xmlns:a16="http://schemas.microsoft.com/office/drawing/2014/main" id="{E3A933D9-7994-73C3-6E09-4C2E86A871BF}"/>
                </a:ext>
              </a:extLst>
            </p:cNvPr>
            <p:cNvSpPr/>
            <p:nvPr/>
          </p:nvSpPr>
          <p:spPr>
            <a:xfrm>
              <a:off x="3373120" y="2934393"/>
              <a:ext cx="2489200" cy="332047"/>
            </a:xfrm>
            <a:prstGeom prst="roundRect">
              <a:avLst>
                <a:gd name="adj" fmla="val 0"/>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お届け印</a:t>
              </a:r>
            </a:p>
          </p:txBody>
        </p:sp>
      </p:grpSp>
      <p:grpSp>
        <p:nvGrpSpPr>
          <p:cNvPr id="24" name="グループ化 23">
            <a:extLst>
              <a:ext uri="{FF2B5EF4-FFF2-40B4-BE49-F238E27FC236}">
                <a16:creationId xmlns:a16="http://schemas.microsoft.com/office/drawing/2014/main" id="{E41F802D-19ED-CADB-B5A1-48DD2B0B36A3}"/>
              </a:ext>
            </a:extLst>
          </p:cNvPr>
          <p:cNvGrpSpPr/>
          <p:nvPr/>
        </p:nvGrpSpPr>
        <p:grpSpPr>
          <a:xfrm>
            <a:off x="6305777" y="2981408"/>
            <a:ext cx="3582769" cy="1779848"/>
            <a:chOff x="568960" y="2934392"/>
            <a:chExt cx="2489200" cy="1574802"/>
          </a:xfrm>
        </p:grpSpPr>
        <p:sp>
          <p:nvSpPr>
            <p:cNvPr id="25" name="四角形: 角を丸くする 24">
              <a:extLst>
                <a:ext uri="{FF2B5EF4-FFF2-40B4-BE49-F238E27FC236}">
                  <a16:creationId xmlns:a16="http://schemas.microsoft.com/office/drawing/2014/main" id="{E2BCB908-6D0E-8553-D214-EA29B30BC264}"/>
                </a:ext>
              </a:extLst>
            </p:cNvPr>
            <p:cNvSpPr/>
            <p:nvPr/>
          </p:nvSpPr>
          <p:spPr>
            <a:xfrm>
              <a:off x="568960" y="2934393"/>
              <a:ext cx="2489200" cy="1574800"/>
            </a:xfrm>
            <a:prstGeom prst="roundRect">
              <a:avLst>
                <a:gd name="adj" fmla="val 8925"/>
              </a:avLst>
            </a:prstGeom>
            <a:ln w="28575">
              <a:solidFill>
                <a:schemeClr val="accent1"/>
              </a:solidFill>
            </a:ln>
          </p:spPr>
          <p:style>
            <a:lnRef idx="2">
              <a:schemeClr val="accent6"/>
            </a:lnRef>
            <a:fillRef idx="1">
              <a:schemeClr val="lt1"/>
            </a:fillRef>
            <a:effectRef idx="0">
              <a:schemeClr val="accent6"/>
            </a:effectRef>
            <a:fontRef idx="minor">
              <a:schemeClr val="dk1"/>
            </a:fontRef>
          </p:style>
          <p:txBody>
            <a:bodyPr wrap="non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26" name="四角形: 角を丸くする 25">
              <a:extLst>
                <a:ext uri="{FF2B5EF4-FFF2-40B4-BE49-F238E27FC236}">
                  <a16:creationId xmlns:a16="http://schemas.microsoft.com/office/drawing/2014/main" id="{0416E2DF-FEC4-6512-99A0-426E1C0978FC}"/>
                </a:ext>
              </a:extLst>
            </p:cNvPr>
            <p:cNvSpPr/>
            <p:nvPr/>
          </p:nvSpPr>
          <p:spPr>
            <a:xfrm>
              <a:off x="568960" y="2934392"/>
              <a:ext cx="1239520" cy="787399"/>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キャッシュカード</a:t>
              </a:r>
            </a:p>
          </p:txBody>
        </p:sp>
        <p:sp>
          <p:nvSpPr>
            <p:cNvPr id="27" name="四角形: 角を丸くする 26">
              <a:extLst>
                <a:ext uri="{FF2B5EF4-FFF2-40B4-BE49-F238E27FC236}">
                  <a16:creationId xmlns:a16="http://schemas.microsoft.com/office/drawing/2014/main" id="{5E1AF8CA-53CE-E54A-7C95-D2A8ED28F212}"/>
                </a:ext>
              </a:extLst>
            </p:cNvPr>
            <p:cNvSpPr/>
            <p:nvPr/>
          </p:nvSpPr>
          <p:spPr>
            <a:xfrm>
              <a:off x="568960" y="3721793"/>
              <a:ext cx="619760" cy="787401"/>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本人</a:t>
              </a:r>
            </a:p>
          </p:txBody>
        </p:sp>
        <p:sp>
          <p:nvSpPr>
            <p:cNvPr id="28" name="四角形: 角を丸くする 27">
              <a:extLst>
                <a:ext uri="{FF2B5EF4-FFF2-40B4-BE49-F238E27FC236}">
                  <a16:creationId xmlns:a16="http://schemas.microsoft.com/office/drawing/2014/main" id="{BBC90FCC-4DC8-2661-AF08-F17CED207040}"/>
                </a:ext>
              </a:extLst>
            </p:cNvPr>
            <p:cNvSpPr/>
            <p:nvPr/>
          </p:nvSpPr>
          <p:spPr>
            <a:xfrm>
              <a:off x="1193800" y="3721793"/>
              <a:ext cx="619760" cy="787401"/>
            </a:xfrm>
            <a:prstGeom prst="roundRect">
              <a:avLst>
                <a:gd name="adj" fmla="val 14120"/>
              </a:avLst>
            </a:prstGeom>
            <a:noFill/>
            <a:ln w="28575">
              <a:noFill/>
            </a:ln>
          </p:spPr>
          <p:style>
            <a:lnRef idx="2">
              <a:schemeClr val="accent6"/>
            </a:lnRef>
            <a:fillRef idx="1">
              <a:schemeClr val="lt1"/>
            </a:fillRef>
            <a:effectRef idx="0">
              <a:schemeClr val="accent6"/>
            </a:effectRef>
            <a:fontRef idx="minor">
              <a:schemeClr val="dk1"/>
            </a:fontRef>
          </p:style>
          <p:txBody>
            <a:bodyPr wrap="non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Meiryo UI"/>
                  <a:ea typeface="Meiryo UI"/>
                  <a:cs typeface="+mn-cs"/>
                </a:rPr>
                <a:t>代理人</a:t>
              </a:r>
            </a:p>
          </p:txBody>
        </p:sp>
        <p:cxnSp>
          <p:nvCxnSpPr>
            <p:cNvPr id="29" name="直線コネクタ 28">
              <a:extLst>
                <a:ext uri="{FF2B5EF4-FFF2-40B4-BE49-F238E27FC236}">
                  <a16:creationId xmlns:a16="http://schemas.microsoft.com/office/drawing/2014/main" id="{053845ED-96EB-C301-BD0C-0A9BCA4719F9}"/>
                </a:ext>
              </a:extLst>
            </p:cNvPr>
            <p:cNvCxnSpPr>
              <a:stCxn id="25" idx="1"/>
            </p:cNvCxnSpPr>
            <p:nvPr/>
          </p:nvCxnSpPr>
          <p:spPr>
            <a:xfrm>
              <a:off x="568960" y="3721793"/>
              <a:ext cx="12395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80DBE272-5306-4087-0957-82E167ADE5FB}"/>
                </a:ext>
              </a:extLst>
            </p:cNvPr>
            <p:cNvCxnSpPr>
              <a:cxnSpLocks/>
              <a:stCxn id="25" idx="2"/>
              <a:endCxn id="25" idx="0"/>
            </p:cNvCxnSpPr>
            <p:nvPr/>
          </p:nvCxnSpPr>
          <p:spPr>
            <a:xfrm flipV="1">
              <a:off x="1813560" y="2934393"/>
              <a:ext cx="0" cy="1574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F4DCE452-4930-FD32-1DF3-281F1B0CD61E}"/>
                </a:ext>
              </a:extLst>
            </p:cNvPr>
            <p:cNvCxnSpPr>
              <a:cxnSpLocks/>
            </p:cNvCxnSpPr>
            <p:nvPr/>
          </p:nvCxnSpPr>
          <p:spPr>
            <a:xfrm>
              <a:off x="1188720" y="3721793"/>
              <a:ext cx="0" cy="78740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32" name="楕円 31">
            <a:extLst>
              <a:ext uri="{FF2B5EF4-FFF2-40B4-BE49-F238E27FC236}">
                <a16:creationId xmlns:a16="http://schemas.microsoft.com/office/drawing/2014/main" id="{7BA111F0-E903-4F93-6F3D-FAAE5C7FFF2D}"/>
              </a:ext>
            </a:extLst>
          </p:cNvPr>
          <p:cNvSpPr/>
          <p:nvPr/>
        </p:nvSpPr>
        <p:spPr>
          <a:xfrm>
            <a:off x="8884562" y="3483173"/>
            <a:ext cx="873760" cy="833120"/>
          </a:xfrm>
          <a:prstGeom prst="ellipse">
            <a:avLst/>
          </a:prstGeom>
          <a:noFill/>
          <a:ln w="28575">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
        <p:nvSpPr>
          <p:cNvPr id="35" name="楕円 34">
            <a:extLst>
              <a:ext uri="{FF2B5EF4-FFF2-40B4-BE49-F238E27FC236}">
                <a16:creationId xmlns:a16="http://schemas.microsoft.com/office/drawing/2014/main" id="{8E003853-9AD5-BFFD-824C-F0E95934F1E5}"/>
              </a:ext>
            </a:extLst>
          </p:cNvPr>
          <p:cNvSpPr/>
          <p:nvPr/>
        </p:nvSpPr>
        <p:spPr>
          <a:xfrm>
            <a:off x="8884562" y="3483173"/>
            <a:ext cx="873760" cy="833120"/>
          </a:xfrm>
          <a:prstGeom prst="ellipse">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dirty="0">
                <a:ln>
                  <a:noFill/>
                </a:ln>
                <a:solidFill>
                  <a:srgbClr val="FF0000"/>
                </a:solidFill>
                <a:effectLst/>
                <a:uLnTx/>
                <a:uFillTx/>
                <a:latin typeface="HG正楷書体-PRO" panose="03000600000000000000" pitchFamily="66" charset="-128"/>
                <a:ea typeface="HG正楷書体-PRO" panose="03000600000000000000" pitchFamily="66" charset="-128"/>
                <a:cs typeface="+mn-cs"/>
              </a:rPr>
              <a:t>千葉</a:t>
            </a:r>
          </a:p>
        </p:txBody>
      </p:sp>
      <p:sp>
        <p:nvSpPr>
          <p:cNvPr id="45" name="楕円 44">
            <a:extLst>
              <a:ext uri="{FF2B5EF4-FFF2-40B4-BE49-F238E27FC236}">
                <a16:creationId xmlns:a16="http://schemas.microsoft.com/office/drawing/2014/main" id="{C8E62121-67A0-2775-4E6F-B9CABCE95CB7}"/>
              </a:ext>
            </a:extLst>
          </p:cNvPr>
          <p:cNvSpPr/>
          <p:nvPr/>
        </p:nvSpPr>
        <p:spPr>
          <a:xfrm>
            <a:off x="10503226" y="3563286"/>
            <a:ext cx="873760" cy="833120"/>
          </a:xfrm>
          <a:prstGeom prst="ellipse">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dirty="0">
                <a:ln>
                  <a:noFill/>
                </a:ln>
                <a:solidFill>
                  <a:srgbClr val="FF0000"/>
                </a:solidFill>
                <a:effectLst/>
                <a:uLnTx/>
                <a:uFillTx/>
                <a:latin typeface="HG正楷書体-PRO" panose="03000600000000000000" pitchFamily="66" charset="-128"/>
                <a:ea typeface="HG正楷書体-PRO" panose="03000600000000000000" pitchFamily="66" charset="-128"/>
                <a:cs typeface="+mn-cs"/>
              </a:rPr>
              <a:t>千葉</a:t>
            </a:r>
          </a:p>
        </p:txBody>
      </p:sp>
      <p:sp>
        <p:nvSpPr>
          <p:cNvPr id="62" name="吹き出し: 折線 61">
            <a:extLst>
              <a:ext uri="{FF2B5EF4-FFF2-40B4-BE49-F238E27FC236}">
                <a16:creationId xmlns:a16="http://schemas.microsoft.com/office/drawing/2014/main" id="{A9A287C9-957F-501E-3E76-6525F22893B6}"/>
              </a:ext>
            </a:extLst>
          </p:cNvPr>
          <p:cNvSpPr/>
          <p:nvPr/>
        </p:nvSpPr>
        <p:spPr>
          <a:xfrm>
            <a:off x="9268179" y="4980510"/>
            <a:ext cx="1141146" cy="288000"/>
          </a:xfrm>
          <a:prstGeom prst="borderCallout2">
            <a:avLst>
              <a:gd name="adj1" fmla="val 298"/>
              <a:gd name="adj2" fmla="val 45477"/>
              <a:gd name="adj3" fmla="val -58524"/>
              <a:gd name="adj4" fmla="val 49427"/>
              <a:gd name="adj5" fmla="val -210695"/>
              <a:gd name="adj6" fmla="val 29505"/>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押印を受ける</a:t>
            </a:r>
          </a:p>
        </p:txBody>
      </p:sp>
      <p:sp>
        <p:nvSpPr>
          <p:cNvPr id="63" name="楕円 62">
            <a:extLst>
              <a:ext uri="{FF2B5EF4-FFF2-40B4-BE49-F238E27FC236}">
                <a16:creationId xmlns:a16="http://schemas.microsoft.com/office/drawing/2014/main" id="{A64E87A4-8232-E2FA-1D64-15868ADED0AB}"/>
              </a:ext>
            </a:extLst>
          </p:cNvPr>
          <p:cNvSpPr/>
          <p:nvPr/>
        </p:nvSpPr>
        <p:spPr>
          <a:xfrm>
            <a:off x="9116867" y="4830102"/>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3</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64" name="吹き出し: 折線 63">
            <a:extLst>
              <a:ext uri="{FF2B5EF4-FFF2-40B4-BE49-F238E27FC236}">
                <a16:creationId xmlns:a16="http://schemas.microsoft.com/office/drawing/2014/main" id="{A680023F-B08E-9E93-BAA9-2DD4B3BA1B2E}"/>
              </a:ext>
            </a:extLst>
          </p:cNvPr>
          <p:cNvSpPr/>
          <p:nvPr/>
        </p:nvSpPr>
        <p:spPr>
          <a:xfrm>
            <a:off x="10377758" y="2526244"/>
            <a:ext cx="1141146" cy="288000"/>
          </a:xfrm>
          <a:prstGeom prst="borderCallout2">
            <a:avLst>
              <a:gd name="adj1" fmla="val 99698"/>
              <a:gd name="adj2" fmla="val 83447"/>
              <a:gd name="adj3" fmla="val 174932"/>
              <a:gd name="adj4" fmla="val 101223"/>
              <a:gd name="adj5" fmla="val 397951"/>
              <a:gd name="adj6" fmla="val 72607"/>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a:ea typeface="Meiryo UI"/>
                <a:cs typeface="+mn-cs"/>
              </a:rPr>
              <a:t>押印を受ける</a:t>
            </a:r>
          </a:p>
        </p:txBody>
      </p:sp>
      <p:sp>
        <p:nvSpPr>
          <p:cNvPr id="65" name="楕円 64">
            <a:extLst>
              <a:ext uri="{FF2B5EF4-FFF2-40B4-BE49-F238E27FC236}">
                <a16:creationId xmlns:a16="http://schemas.microsoft.com/office/drawing/2014/main" id="{F5A758ED-6462-8C71-CBA5-70976B84DDA3}"/>
              </a:ext>
            </a:extLst>
          </p:cNvPr>
          <p:cNvSpPr/>
          <p:nvPr/>
        </p:nvSpPr>
        <p:spPr>
          <a:xfrm>
            <a:off x="10226446" y="2375836"/>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ja-JP" sz="1600" b="1" dirty="0">
                <a:solidFill>
                  <a:prstClr val="white"/>
                </a:solidFill>
                <a:latin typeface="Meiryo UI"/>
                <a:ea typeface="Meiryo UI"/>
              </a:rPr>
              <a:t>4</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10" name="正方形/長方形 9">
            <a:extLst>
              <a:ext uri="{FF2B5EF4-FFF2-40B4-BE49-F238E27FC236}">
                <a16:creationId xmlns:a16="http://schemas.microsoft.com/office/drawing/2014/main" id="{85B61046-F049-4F9D-5FF5-734FD5A35440}"/>
              </a:ext>
            </a:extLst>
          </p:cNvPr>
          <p:cNvSpPr/>
          <p:nvPr/>
        </p:nvSpPr>
        <p:spPr>
          <a:xfrm>
            <a:off x="264520" y="329400"/>
            <a:ext cx="11662960" cy="612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少額解約の解約依頼書の取扱い</a:t>
            </a:r>
          </a:p>
        </p:txBody>
      </p:sp>
      <p:grpSp>
        <p:nvGrpSpPr>
          <p:cNvPr id="2" name="グループ化 1">
            <a:extLst>
              <a:ext uri="{FF2B5EF4-FFF2-40B4-BE49-F238E27FC236}">
                <a16:creationId xmlns:a16="http://schemas.microsoft.com/office/drawing/2014/main" id="{92C19ABF-00D8-ABF2-A6D0-A239DDC3CEB0}"/>
              </a:ext>
            </a:extLst>
          </p:cNvPr>
          <p:cNvGrpSpPr/>
          <p:nvPr/>
        </p:nvGrpSpPr>
        <p:grpSpPr>
          <a:xfrm>
            <a:off x="6384442" y="4950652"/>
            <a:ext cx="2618199" cy="870002"/>
            <a:chOff x="342039" y="5188117"/>
            <a:chExt cx="2618199" cy="870002"/>
          </a:xfrm>
        </p:grpSpPr>
        <p:sp>
          <p:nvSpPr>
            <p:cNvPr id="3" name="吹き出し: 折線 2">
              <a:extLst>
                <a:ext uri="{FF2B5EF4-FFF2-40B4-BE49-F238E27FC236}">
                  <a16:creationId xmlns:a16="http://schemas.microsoft.com/office/drawing/2014/main" id="{6BDB0127-43AB-DCFD-68A9-21FD2B2BC1A9}"/>
                </a:ext>
              </a:extLst>
            </p:cNvPr>
            <p:cNvSpPr/>
            <p:nvPr/>
          </p:nvSpPr>
          <p:spPr>
            <a:xfrm>
              <a:off x="486039" y="5336428"/>
              <a:ext cx="2474199" cy="721691"/>
            </a:xfrm>
            <a:prstGeom prst="borderCallout2">
              <a:avLst>
                <a:gd name="adj1" fmla="val -211"/>
                <a:gd name="adj2" fmla="val 18757"/>
                <a:gd name="adj3" fmla="val -22076"/>
                <a:gd name="adj4" fmla="val 13309"/>
                <a:gd name="adj5" fmla="val -76987"/>
                <a:gd name="adj6" fmla="val 12263"/>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カードの回収ができないときは、該当の契約区分（本人・代理人の区分）を○で囲む</a:t>
              </a: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6" name="楕円 15">
              <a:extLst>
                <a:ext uri="{FF2B5EF4-FFF2-40B4-BE49-F238E27FC236}">
                  <a16:creationId xmlns:a16="http://schemas.microsoft.com/office/drawing/2014/main" id="{55261FE2-0BC8-873D-1DED-90AF27379F6A}"/>
                </a:ext>
              </a:extLst>
            </p:cNvPr>
            <p:cNvSpPr/>
            <p:nvPr/>
          </p:nvSpPr>
          <p:spPr>
            <a:xfrm>
              <a:off x="342039" y="5188117"/>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1</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grpSp>
      <p:sp>
        <p:nvSpPr>
          <p:cNvPr id="17" name="吹き出し: 折線 16">
            <a:extLst>
              <a:ext uri="{FF2B5EF4-FFF2-40B4-BE49-F238E27FC236}">
                <a16:creationId xmlns:a16="http://schemas.microsoft.com/office/drawing/2014/main" id="{C87D02EC-1B65-1531-4EE2-26F7EEFC3640}"/>
              </a:ext>
            </a:extLst>
          </p:cNvPr>
          <p:cNvSpPr/>
          <p:nvPr/>
        </p:nvSpPr>
        <p:spPr>
          <a:xfrm>
            <a:off x="7731937" y="2235641"/>
            <a:ext cx="2082935" cy="721691"/>
          </a:xfrm>
          <a:prstGeom prst="borderCallout2">
            <a:avLst>
              <a:gd name="adj1" fmla="val 99743"/>
              <a:gd name="adj2" fmla="val 6438"/>
              <a:gd name="adj3" fmla="val 129966"/>
              <a:gd name="adj4" fmla="val 9204"/>
              <a:gd name="adj5" fmla="val 196127"/>
              <a:gd name="adj6" fmla="val 25815"/>
            </a:avLst>
          </a:prstGeom>
          <a:ln>
            <a:solidFill>
              <a:schemeClr val="accent1">
                <a:lumMod val="75000"/>
              </a:schemeClr>
            </a:solidFill>
            <a:tailEnd type="ova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ja-JP" altLang="en-US" sz="1400" b="0" i="0" u="none" strike="noStrike" kern="1200" cap="none" spc="0" normalizeH="0" baseline="0" noProof="0" dirty="0">
                <a:ln>
                  <a:noFill/>
                </a:ln>
                <a:solidFill>
                  <a:prstClr val="black"/>
                </a:solidFill>
                <a:effectLst/>
                <a:uLnTx/>
                <a:uFillTx/>
                <a:latin typeface="MS-Mincho"/>
                <a:ea typeface="Meiryo UI"/>
                <a:cs typeface="+mn-cs"/>
              </a:rPr>
              <a:t>通帳の持参がないときは、「通帳」という表記を受ける</a:t>
            </a:r>
          </a:p>
        </p:txBody>
      </p:sp>
      <p:sp>
        <p:nvSpPr>
          <p:cNvPr id="36" name="楕円 35">
            <a:extLst>
              <a:ext uri="{FF2B5EF4-FFF2-40B4-BE49-F238E27FC236}">
                <a16:creationId xmlns:a16="http://schemas.microsoft.com/office/drawing/2014/main" id="{3F27F6FC-4FF9-D3E0-60DF-38E426E9897B}"/>
              </a:ext>
            </a:extLst>
          </p:cNvPr>
          <p:cNvSpPr/>
          <p:nvPr/>
        </p:nvSpPr>
        <p:spPr>
          <a:xfrm>
            <a:off x="7587937" y="2120841"/>
            <a:ext cx="288000" cy="28800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white"/>
                </a:solidFill>
                <a:effectLst/>
                <a:uLnTx/>
                <a:uFillTx/>
                <a:latin typeface="Meiryo UI"/>
                <a:ea typeface="Meiryo UI"/>
                <a:cs typeface="+mn-cs"/>
              </a:rPr>
              <a:t>2</a:t>
            </a:r>
            <a:endParaRPr kumimoji="1" lang="ja-JP" altLang="en-US" sz="1600" b="1" i="0" u="none" strike="noStrike" kern="1200" cap="none" spc="0" normalizeH="0" baseline="0" noProof="0" dirty="0">
              <a:ln>
                <a:noFill/>
              </a:ln>
              <a:solidFill>
                <a:prstClr val="white"/>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5ABD9FD5-7450-FE10-81DB-57661EBDCF4A}"/>
              </a:ext>
            </a:extLst>
          </p:cNvPr>
          <p:cNvSpPr/>
          <p:nvPr/>
        </p:nvSpPr>
        <p:spPr>
          <a:xfrm>
            <a:off x="7863541" y="3721934"/>
            <a:ext cx="1313866" cy="396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ysClr val="windowText" lastClr="000000"/>
                </a:solidFill>
                <a:effectLst/>
                <a:uLnTx/>
                <a:uFillTx/>
                <a:latin typeface="HG正楷書体-PRO" panose="03000600000000000000" pitchFamily="66" charset="-128"/>
                <a:ea typeface="HG正楷書体-PRO" panose="03000600000000000000" pitchFamily="66" charset="-128"/>
                <a:cs typeface="+mn-cs"/>
              </a:rPr>
              <a:t>通帳</a:t>
            </a:r>
          </a:p>
        </p:txBody>
      </p:sp>
      <p:sp>
        <p:nvSpPr>
          <p:cNvPr id="38" name="楕円 37">
            <a:extLst>
              <a:ext uri="{FF2B5EF4-FFF2-40B4-BE49-F238E27FC236}">
                <a16:creationId xmlns:a16="http://schemas.microsoft.com/office/drawing/2014/main" id="{849658DD-D680-C678-8F41-1940CE6FA338}"/>
              </a:ext>
            </a:extLst>
          </p:cNvPr>
          <p:cNvSpPr/>
          <p:nvPr/>
        </p:nvSpPr>
        <p:spPr>
          <a:xfrm>
            <a:off x="6202114" y="4111590"/>
            <a:ext cx="1142759" cy="409401"/>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Tree>
    <p:extLst>
      <p:ext uri="{BB962C8B-B14F-4D97-AF65-F5344CB8AC3E}">
        <p14:creationId xmlns:p14="http://schemas.microsoft.com/office/powerpoint/2010/main" val="4117868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78DCF8B2-5027-4A17-A8C1-C764A3B11792}"/>
              </a:ext>
            </a:extLst>
          </p:cNvPr>
          <p:cNvGraphicFramePr>
            <a:graphicFrameLocks noGrp="1"/>
          </p:cNvGraphicFramePr>
          <p:nvPr>
            <p:extLst>
              <p:ext uri="{D42A27DB-BD31-4B8C-83A1-F6EECF244321}">
                <p14:modId xmlns:p14="http://schemas.microsoft.com/office/powerpoint/2010/main" val="2490774801"/>
              </p:ext>
            </p:extLst>
          </p:nvPr>
        </p:nvGraphicFramePr>
        <p:xfrm>
          <a:off x="106680" y="656985"/>
          <a:ext cx="11978640" cy="6099415"/>
        </p:xfrm>
        <a:graphic>
          <a:graphicData uri="http://schemas.openxmlformats.org/drawingml/2006/table">
            <a:tbl>
              <a:tblPr firstRow="1" bandRow="1">
                <a:tableStyleId>{5940675A-B579-460E-94D1-54222C63F5DA}</a:tableStyleId>
              </a:tblPr>
              <a:tblGrid>
                <a:gridCol w="1254760">
                  <a:extLst>
                    <a:ext uri="{9D8B030D-6E8A-4147-A177-3AD203B41FA5}">
                      <a16:colId xmlns:a16="http://schemas.microsoft.com/office/drawing/2014/main" val="2866229279"/>
                    </a:ext>
                  </a:extLst>
                </a:gridCol>
                <a:gridCol w="2001520">
                  <a:extLst>
                    <a:ext uri="{9D8B030D-6E8A-4147-A177-3AD203B41FA5}">
                      <a16:colId xmlns:a16="http://schemas.microsoft.com/office/drawing/2014/main" val="878616408"/>
                    </a:ext>
                  </a:extLst>
                </a:gridCol>
                <a:gridCol w="5410199">
                  <a:extLst>
                    <a:ext uri="{9D8B030D-6E8A-4147-A177-3AD203B41FA5}">
                      <a16:colId xmlns:a16="http://schemas.microsoft.com/office/drawing/2014/main" val="2104496048"/>
                    </a:ext>
                  </a:extLst>
                </a:gridCol>
                <a:gridCol w="3312161">
                  <a:extLst>
                    <a:ext uri="{9D8B030D-6E8A-4147-A177-3AD203B41FA5}">
                      <a16:colId xmlns:a16="http://schemas.microsoft.com/office/drawing/2014/main" val="848170152"/>
                    </a:ext>
                  </a:extLst>
                </a:gridCol>
              </a:tblGrid>
              <a:tr h="224843">
                <a:tc rowSpan="2" gridSpan="2">
                  <a:txBody>
                    <a:bodyPr/>
                    <a:lstStyle/>
                    <a:p>
                      <a:endParaRPr lang="ja-JP" altLang="en-US" sz="1100" dirty="0"/>
                    </a:p>
                  </a:txBody>
                  <a:tcPr>
                    <a:solidFill>
                      <a:schemeClr val="bg1">
                        <a:lumMod val="95000"/>
                      </a:schemeClr>
                    </a:solidFill>
                  </a:tcPr>
                </a:tc>
                <a:tc rowSpan="2" hMerge="1">
                  <a:txBody>
                    <a:bodyPr/>
                    <a:lstStyle/>
                    <a:p>
                      <a:endParaRPr lang="ja-JP" altLang="en-US" dirty="0"/>
                    </a:p>
                  </a:txBody>
                  <a:tcPr/>
                </a:tc>
                <a:tc gridSpan="2">
                  <a:txBody>
                    <a:bodyPr/>
                    <a:lstStyle/>
                    <a:p>
                      <a:pPr algn="ctr"/>
                      <a:r>
                        <a:rPr kumimoji="1" lang="ja-JP" altLang="en-US" sz="1100" b="1" dirty="0">
                          <a:solidFill>
                            <a:schemeClr val="accent1">
                              <a:lumMod val="50000"/>
                            </a:schemeClr>
                          </a:solidFill>
                        </a:rPr>
                        <a:t>来店者</a:t>
                      </a:r>
                    </a:p>
                  </a:txBody>
                  <a:tcPr anchor="ctr">
                    <a:solidFill>
                      <a:schemeClr val="accent1">
                        <a:lumMod val="20000"/>
                        <a:lumOff val="80000"/>
                      </a:schemeClr>
                    </a:solidFill>
                  </a:tcPr>
                </a:tc>
                <a:tc hMerge="1">
                  <a:txBody>
                    <a:bodyPr/>
                    <a:lstStyle/>
                    <a:p>
                      <a:endParaRPr kumimoji="1" lang="ja-JP" altLang="en-US" dirty="0"/>
                    </a:p>
                  </a:txBody>
                  <a:tcPr/>
                </a:tc>
                <a:extLst>
                  <a:ext uri="{0D108BD9-81ED-4DB2-BD59-A6C34878D82A}">
                    <a16:rowId xmlns:a16="http://schemas.microsoft.com/office/drawing/2014/main" val="478786449"/>
                  </a:ext>
                </a:extLst>
              </a:tr>
              <a:tr h="224843">
                <a:tc gridSpan="2" vMerge="1">
                  <a:txBody>
                    <a:bodyPr/>
                    <a:lstStyle/>
                    <a:p>
                      <a:endParaRPr lang="ja-JP" altLang="en-US" dirty="0"/>
                    </a:p>
                  </a:txBody>
                  <a:tcPr/>
                </a:tc>
                <a:tc hMerge="1" vMerge="1">
                  <a:txBody>
                    <a:bodyPr/>
                    <a:lstStyle/>
                    <a:p>
                      <a:endParaRPr lang="ja-JP" altLang="en-US" dirty="0"/>
                    </a:p>
                  </a:txBody>
                  <a:tcPr/>
                </a:tc>
                <a:tc>
                  <a:txBody>
                    <a:bodyPr/>
                    <a:lstStyle/>
                    <a:p>
                      <a:pPr algn="ctr"/>
                      <a:r>
                        <a:rPr kumimoji="1" lang="ja-JP" altLang="en-US" sz="1100" b="1" dirty="0">
                          <a:solidFill>
                            <a:schemeClr val="accent1">
                              <a:lumMod val="50000"/>
                            </a:schemeClr>
                          </a:solidFill>
                        </a:rPr>
                        <a:t>本人（法人の場合は代表者）</a:t>
                      </a:r>
                    </a:p>
                  </a:txBody>
                  <a:tcPr anchor="ctr">
                    <a:solidFill>
                      <a:schemeClr val="accent1">
                        <a:lumMod val="20000"/>
                        <a:lumOff val="80000"/>
                      </a:schemeClr>
                    </a:solidFill>
                  </a:tcPr>
                </a:tc>
                <a:tc>
                  <a:txBody>
                    <a:bodyPr/>
                    <a:lstStyle/>
                    <a:p>
                      <a:pPr algn="ctr"/>
                      <a:r>
                        <a:rPr kumimoji="1" lang="ja-JP" altLang="en-US" sz="1100" b="1" dirty="0">
                          <a:solidFill>
                            <a:schemeClr val="accent1">
                              <a:lumMod val="50000"/>
                            </a:schemeClr>
                          </a:solidFill>
                        </a:rPr>
                        <a:t>本人以外</a:t>
                      </a:r>
                    </a:p>
                  </a:txBody>
                  <a:tcPr anchor="ctr">
                    <a:solidFill>
                      <a:schemeClr val="accent1">
                        <a:lumMod val="20000"/>
                        <a:lumOff val="80000"/>
                      </a:schemeClr>
                    </a:solidFill>
                  </a:tcPr>
                </a:tc>
                <a:extLst>
                  <a:ext uri="{0D108BD9-81ED-4DB2-BD59-A6C34878D82A}">
                    <a16:rowId xmlns:a16="http://schemas.microsoft.com/office/drawing/2014/main" val="618105051"/>
                  </a:ext>
                </a:extLst>
              </a:tr>
              <a:tr h="949336">
                <a:tc gridSpan="2">
                  <a:txBody>
                    <a:bodyPr/>
                    <a:lstStyle/>
                    <a:p>
                      <a:r>
                        <a:rPr kumimoji="1" lang="ja-JP" altLang="en-US" sz="1100" b="0" dirty="0"/>
                        <a:t>新規口座開設時</a:t>
                      </a:r>
                    </a:p>
                  </a:txBody>
                  <a:tcPr>
                    <a:solidFill>
                      <a:schemeClr val="bg1">
                        <a:lumMod val="95000"/>
                      </a:schemeClr>
                    </a:solidFill>
                  </a:tcPr>
                </a:tc>
                <a:tc hMerge="1">
                  <a:txBody>
                    <a:bodyPr/>
                    <a:lstStyle/>
                    <a:p>
                      <a:endParaRPr kumimoji="1" lang="ja-JP" altLang="en-US" dirty="0"/>
                    </a:p>
                  </a:txBody>
                  <a:tcPr/>
                </a:tc>
                <a:tc>
                  <a:txBody>
                    <a:bodyPr/>
                    <a:lstStyle/>
                    <a:p>
                      <a:r>
                        <a:rPr kumimoji="1" lang="ja-JP" altLang="ja-JP" sz="1100" kern="1200" dirty="0">
                          <a:solidFill>
                            <a:schemeClr val="tx1"/>
                          </a:solidFill>
                          <a:effectLst/>
                          <a:latin typeface="+mn-lt"/>
                          <a:ea typeface="+mn-ea"/>
                          <a:cs typeface="+mn-cs"/>
                        </a:rPr>
                        <a:t>顔写真付の公的証明書により犯罪収益移転防止法に基づく取引時確認済であること。</a:t>
                      </a:r>
                    </a:p>
                    <a:p>
                      <a:r>
                        <a:rPr kumimoji="1" lang="ja-JP" altLang="ja-JP" sz="1100" kern="1200" dirty="0">
                          <a:solidFill>
                            <a:schemeClr val="tx1"/>
                          </a:solidFill>
                          <a:effectLst/>
                          <a:latin typeface="+mn-lt"/>
                          <a:ea typeface="+mn-ea"/>
                          <a:cs typeface="+mn-cs"/>
                        </a:rPr>
                        <a:t>①　個人番号カード</a:t>
                      </a:r>
                      <a:r>
                        <a:rPr kumimoji="1" lang="ja-JP" altLang="en-US" sz="1100" kern="1200" dirty="0">
                          <a:solidFill>
                            <a:schemeClr val="tx1"/>
                          </a:solidFill>
                          <a:effectLst/>
                          <a:latin typeface="+mn-lt"/>
                          <a:ea typeface="+mn-ea"/>
                          <a:cs typeface="+mn-cs"/>
                        </a:rPr>
                        <a:t>、</a:t>
                      </a:r>
                      <a:r>
                        <a:rPr kumimoji="1" lang="ja-JP" altLang="ja-JP" sz="1100" kern="1200" dirty="0">
                          <a:solidFill>
                            <a:schemeClr val="tx1"/>
                          </a:solidFill>
                          <a:effectLst/>
                          <a:latin typeface="+mn-lt"/>
                          <a:ea typeface="+mn-ea"/>
                          <a:cs typeface="+mn-cs"/>
                        </a:rPr>
                        <a:t>運転免許証、パスポート、在留カード等</a:t>
                      </a:r>
                    </a:p>
                    <a:p>
                      <a:r>
                        <a:rPr kumimoji="1" lang="ja-JP" altLang="ja-JP" sz="1100" kern="1200" dirty="0">
                          <a:solidFill>
                            <a:schemeClr val="tx1"/>
                          </a:solidFill>
                          <a:effectLst/>
                          <a:latin typeface="+mn-lt"/>
                          <a:ea typeface="+mn-ea"/>
                          <a:cs typeface="+mn-cs"/>
                        </a:rPr>
                        <a:t>②　届出印</a:t>
                      </a:r>
                    </a:p>
                    <a:p>
                      <a:pPr marL="176213" indent="-176213"/>
                      <a:r>
                        <a:rPr kumimoji="1" lang="en-US" altLang="ja-JP" sz="1100" kern="1200" dirty="0">
                          <a:solidFill>
                            <a:schemeClr val="tx1"/>
                          </a:solidFill>
                          <a:effectLst/>
                          <a:latin typeface="+mn-lt"/>
                          <a:ea typeface="+mn-ea"/>
                          <a:cs typeface="+mn-cs"/>
                        </a:rPr>
                        <a:t>※</a:t>
                      </a:r>
                      <a:r>
                        <a:rPr kumimoji="1" lang="ja-JP" altLang="ja-JP" sz="1100" kern="1200" dirty="0">
                          <a:solidFill>
                            <a:schemeClr val="tx1"/>
                          </a:solidFill>
                          <a:effectLst/>
                          <a:latin typeface="+mn-lt"/>
                          <a:ea typeface="+mn-ea"/>
                          <a:cs typeface="+mn-cs"/>
                        </a:rPr>
                        <a:t>国民年金手帳等顔写真のない公的証明書、及び住民票の写し等、本人以外の第三者が入手可能なものの場合には、郵送扱い。</a:t>
                      </a:r>
                    </a:p>
                  </a:txBody>
                  <a:tcPr anchor="ctr"/>
                </a:tc>
                <a:tc>
                  <a:txBody>
                    <a:bodyPr/>
                    <a:lstStyle/>
                    <a:p>
                      <a:r>
                        <a:rPr kumimoji="1" lang="ja-JP" altLang="en-US" sz="1100" dirty="0"/>
                        <a:t>本人又は代理人のいずれか（両人の場合を含む）の</a:t>
                      </a:r>
                      <a:br>
                        <a:rPr kumimoji="1" lang="en-US" altLang="ja-JP" sz="1100" dirty="0"/>
                      </a:br>
                      <a:r>
                        <a:rPr kumimoji="1" lang="ja-JP" altLang="en-US" sz="1100" dirty="0"/>
                        <a:t>本人確認書類が顔写真付の公的証明書であること。</a:t>
                      </a:r>
                      <a:br>
                        <a:rPr kumimoji="1" lang="en-US" altLang="ja-JP" sz="1100" dirty="0"/>
                      </a:br>
                      <a:r>
                        <a:rPr kumimoji="1" lang="ja-JP" altLang="en-US" sz="1100" dirty="0"/>
                        <a:t>また、この場合の代理人は、本人の同居家族であること。</a:t>
                      </a:r>
                    </a:p>
                  </a:txBody>
                  <a:tcPr anchor="ctr"/>
                </a:tc>
                <a:extLst>
                  <a:ext uri="{0D108BD9-81ED-4DB2-BD59-A6C34878D82A}">
                    <a16:rowId xmlns:a16="http://schemas.microsoft.com/office/drawing/2014/main" val="714085007"/>
                  </a:ext>
                </a:extLst>
              </a:tr>
              <a:tr h="524633">
                <a:tc gridSpan="2">
                  <a:txBody>
                    <a:bodyPr/>
                    <a:lstStyle/>
                    <a:p>
                      <a:r>
                        <a:rPr kumimoji="1" lang="ja-JP" altLang="en-US" sz="1100" b="0" dirty="0"/>
                        <a:t>既存口座保有者</a:t>
                      </a:r>
                      <a:endParaRPr kumimoji="1" lang="en-US" altLang="ja-JP" sz="1100" b="0" dirty="0"/>
                    </a:p>
                  </a:txBody>
                  <a:tcPr>
                    <a:solidFill>
                      <a:schemeClr val="bg1">
                        <a:lumMod val="95000"/>
                      </a:schemeClr>
                    </a:solidFill>
                  </a:tcPr>
                </a:tc>
                <a:tc hMerge="1">
                  <a:txBody>
                    <a:bodyPr/>
                    <a:lstStyle/>
                    <a:p>
                      <a:endParaRPr kumimoji="1" lang="ja-JP" altLang="en-US" dirty="0"/>
                    </a:p>
                  </a:txBody>
                  <a:tcPr/>
                </a:tc>
                <a:tc>
                  <a:txBody>
                    <a:bodyPr/>
                    <a:lstStyle/>
                    <a:p>
                      <a:r>
                        <a:rPr kumimoji="1" lang="ja-JP" altLang="en-US" sz="1100" dirty="0"/>
                        <a:t>顔写真付の公的証明書による本人確認が必要。</a:t>
                      </a:r>
                    </a:p>
                    <a:p>
                      <a:r>
                        <a:rPr kumimoji="1" lang="ja-JP" altLang="en-US" sz="1100" dirty="0"/>
                        <a:t>①　個人番号カード、運転免許証、パスポート、在留カード等</a:t>
                      </a:r>
                    </a:p>
                    <a:p>
                      <a:r>
                        <a:rPr kumimoji="1" lang="ja-JP" altLang="en-US" sz="1100" dirty="0"/>
                        <a:t>②　届出印</a:t>
                      </a:r>
                    </a:p>
                  </a:txBody>
                  <a:tcPr anchor="ctr"/>
                </a:tc>
                <a:tc>
                  <a:txBody>
                    <a:bodyPr/>
                    <a:lstStyle/>
                    <a:p>
                      <a:r>
                        <a:rPr kumimoji="1" lang="ja-JP" altLang="en-US" sz="1100" dirty="0"/>
                        <a:t>即時発行の取扱い不可。（郵送扱い）</a:t>
                      </a:r>
                    </a:p>
                  </a:txBody>
                  <a:tcPr anchor="ctr"/>
                </a:tc>
                <a:extLst>
                  <a:ext uri="{0D108BD9-81ED-4DB2-BD59-A6C34878D82A}">
                    <a16:rowId xmlns:a16="http://schemas.microsoft.com/office/drawing/2014/main" val="144961577"/>
                  </a:ext>
                </a:extLst>
              </a:tr>
              <a:tr h="524633">
                <a:tc rowSpan="2">
                  <a:txBody>
                    <a:bodyPr/>
                    <a:lstStyle/>
                    <a:p>
                      <a:r>
                        <a:rPr kumimoji="1" lang="ja-JP" altLang="en-US" sz="1100" b="0" dirty="0"/>
                        <a:t>再発行（汚損・</a:t>
                      </a:r>
                      <a:br>
                        <a:rPr kumimoji="1" lang="en-US" altLang="ja-JP" sz="1100" b="0" dirty="0"/>
                      </a:br>
                      <a:r>
                        <a:rPr kumimoji="1" lang="ja-JP" altLang="en-US" sz="1100" b="0" dirty="0"/>
                        <a:t>名義変更等）</a:t>
                      </a: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dirty="0"/>
                        <a:t>顔写真付の公的証明書がある場合</a:t>
                      </a:r>
                      <a:endParaRPr kumimoji="1" lang="en-US" altLang="ja-JP" sz="1100" b="0" dirty="0"/>
                    </a:p>
                  </a:txBody>
                  <a:tcPr>
                    <a:solidFill>
                      <a:schemeClr val="bg1">
                        <a:lumMod val="95000"/>
                      </a:schemeClr>
                    </a:solidFill>
                  </a:tcPr>
                </a:tc>
                <a:tc>
                  <a:txBody>
                    <a:bodyPr/>
                    <a:lstStyle/>
                    <a:p>
                      <a:r>
                        <a:rPr kumimoji="1" lang="en-US" altLang="ja-JP" sz="1100" dirty="0"/>
                        <a:t>①</a:t>
                      </a:r>
                      <a:r>
                        <a:rPr kumimoji="1" lang="ja-JP" altLang="en-US" sz="1100" dirty="0"/>
                        <a:t>　旧カード</a:t>
                      </a:r>
                    </a:p>
                    <a:p>
                      <a:r>
                        <a:rPr kumimoji="1" lang="ja-JP" altLang="en-US" sz="1100" dirty="0"/>
                        <a:t>②　個人番号カード、運転免許証、パスポート、在留カード等</a:t>
                      </a:r>
                    </a:p>
                    <a:p>
                      <a:r>
                        <a:rPr kumimoji="1" lang="ja-JP" altLang="en-US" sz="1100" dirty="0"/>
                        <a:t>③　届出印</a:t>
                      </a:r>
                      <a:endParaRPr kumimoji="1" lang="en-US" altLang="ja-JP" sz="1100" dirty="0"/>
                    </a:p>
                  </a:txBody>
                  <a:tcPr anchor="ctr"/>
                </a:tc>
                <a:tc>
                  <a:txBody>
                    <a:bodyPr/>
                    <a:lstStyle/>
                    <a:p>
                      <a:pPr algn="ctr"/>
                      <a:r>
                        <a:rPr kumimoji="1" lang="ja-JP" altLang="en-US" sz="1100" dirty="0" err="1"/>
                        <a:t>ー</a:t>
                      </a:r>
                      <a:endParaRPr kumimoji="1" lang="ja-JP" altLang="en-US" sz="1100" dirty="0"/>
                    </a:p>
                  </a:txBody>
                  <a:tcPr anchor="ctr"/>
                </a:tc>
                <a:extLst>
                  <a:ext uri="{0D108BD9-81ED-4DB2-BD59-A6C34878D82A}">
                    <a16:rowId xmlns:a16="http://schemas.microsoft.com/office/drawing/2014/main" val="2320085921"/>
                  </a:ext>
                </a:extLst>
              </a:tr>
              <a:tr h="374738">
                <a:tc vMerge="1">
                  <a:txBody>
                    <a:bodyPr/>
                    <a:lstStyle/>
                    <a:p>
                      <a:endParaRPr kumimoji="1" lang="ja-JP" altLang="en-US" sz="1200" dirty="0"/>
                    </a:p>
                  </a:txBody>
                  <a:tcPr/>
                </a:tc>
                <a:tc>
                  <a:txBody>
                    <a:bodyPr/>
                    <a:lstStyle/>
                    <a:p>
                      <a:r>
                        <a:rPr kumimoji="1" lang="ja-JP" altLang="en-US" sz="1100" b="0" dirty="0"/>
                        <a:t>顔写真付の公的証明書、</a:t>
                      </a:r>
                      <a:br>
                        <a:rPr kumimoji="1" lang="en-US" altLang="ja-JP" sz="1100" b="0" dirty="0"/>
                      </a:br>
                      <a:r>
                        <a:rPr kumimoji="1" lang="ja-JP" altLang="en-US" sz="1100" b="0" dirty="0"/>
                        <a:t>届出印がない場合</a:t>
                      </a:r>
                    </a:p>
                  </a:txBody>
                  <a:tcPr>
                    <a:solidFill>
                      <a:schemeClr val="bg1">
                        <a:lumMod val="95000"/>
                      </a:schemeClr>
                    </a:solidFill>
                  </a:tcPr>
                </a:tc>
                <a:tc>
                  <a:txBody>
                    <a:bodyPr/>
                    <a:lstStyle/>
                    <a:p>
                      <a:r>
                        <a:rPr kumimoji="1" lang="en-US" altLang="ja-JP" sz="1100" dirty="0"/>
                        <a:t>①</a:t>
                      </a:r>
                      <a:r>
                        <a:rPr kumimoji="1" lang="ja-JP" altLang="en-US" sz="1100" dirty="0"/>
                        <a:t>　旧カード</a:t>
                      </a:r>
                    </a:p>
                    <a:p>
                      <a:r>
                        <a:rPr kumimoji="1" lang="ja-JP" altLang="en-US" sz="1100" dirty="0"/>
                        <a:t>②　暗証照合による暗証番号の一致</a:t>
                      </a:r>
                    </a:p>
                  </a:txBody>
                  <a:tcPr anchor="ctr"/>
                </a:tc>
                <a:tc>
                  <a:txBody>
                    <a:bodyPr/>
                    <a:lstStyle/>
                    <a:p>
                      <a:r>
                        <a:rPr kumimoji="1" lang="ja-JP" altLang="en-US" sz="1100" dirty="0"/>
                        <a:t>①　旧カード</a:t>
                      </a:r>
                    </a:p>
                    <a:p>
                      <a:r>
                        <a:rPr kumimoji="1" lang="ja-JP" altLang="en-US" sz="1100" dirty="0"/>
                        <a:t>②　暗証照合による暗証番号の一致</a:t>
                      </a:r>
                    </a:p>
                  </a:txBody>
                  <a:tcPr anchor="ctr"/>
                </a:tc>
                <a:extLst>
                  <a:ext uri="{0D108BD9-81ED-4DB2-BD59-A6C34878D82A}">
                    <a16:rowId xmlns:a16="http://schemas.microsoft.com/office/drawing/2014/main" val="3314589152"/>
                  </a:ext>
                </a:extLst>
              </a:tr>
              <a:tr h="674528">
                <a:tc rowSpan="3">
                  <a:txBody>
                    <a:bodyPr/>
                    <a:lstStyle/>
                    <a:p>
                      <a:r>
                        <a:rPr kumimoji="1" lang="ja-JP" altLang="en-US" sz="1100" b="0" dirty="0"/>
                        <a:t>再発行（印鑑レス口座の暗証番号失念）</a:t>
                      </a:r>
                    </a:p>
                  </a:txBody>
                  <a:tcPr>
                    <a:solidFill>
                      <a:schemeClr val="bg1">
                        <a:lumMod val="95000"/>
                      </a:schemeClr>
                    </a:solidFill>
                  </a:tcPr>
                </a:tc>
                <a:tc>
                  <a:txBody>
                    <a:bodyPr/>
                    <a:lstStyle/>
                    <a:p>
                      <a:r>
                        <a:rPr kumimoji="1" lang="en-US" altLang="ja-JP" sz="1100" b="0" dirty="0"/>
                        <a:t>A.</a:t>
                      </a:r>
                      <a:r>
                        <a:rPr kumimoji="1" lang="ja-JP" altLang="en-US" sz="1100" b="0" dirty="0"/>
                        <a:t>通常</a:t>
                      </a:r>
                    </a:p>
                  </a:txBody>
                  <a:tcPr>
                    <a:solidFill>
                      <a:schemeClr val="bg1">
                        <a:lumMod val="95000"/>
                      </a:schemeClr>
                    </a:solidFill>
                  </a:tcPr>
                </a:tc>
                <a:tc>
                  <a:txBody>
                    <a:bodyPr/>
                    <a:lstStyle/>
                    <a:p>
                      <a:r>
                        <a:rPr kumimoji="1" lang="ja-JP" altLang="en-US" sz="1100" dirty="0"/>
                        <a:t>顔写真付の公的証明書による本人確認が必要。</a:t>
                      </a:r>
                    </a:p>
                    <a:p>
                      <a:r>
                        <a:rPr kumimoji="1" lang="ja-JP" altLang="en-US" sz="1100" dirty="0"/>
                        <a:t>①　旧カード</a:t>
                      </a:r>
                    </a:p>
                    <a:p>
                      <a:r>
                        <a:rPr kumimoji="1" lang="ja-JP" altLang="en-US" sz="1100" dirty="0"/>
                        <a:t>②　個人番号カード、運転免許証、パスポート、在留カード等</a:t>
                      </a:r>
                    </a:p>
                    <a:p>
                      <a:r>
                        <a:rPr kumimoji="1" lang="ja-JP" altLang="en-US" sz="1100" dirty="0"/>
                        <a:t>③　デジタル通帳の提示</a:t>
                      </a:r>
                    </a:p>
                  </a:txBody>
                  <a:tcPr anchor="ctr"/>
                </a:tc>
                <a:tc rowSpan="3">
                  <a:txBody>
                    <a:bodyPr/>
                    <a:lstStyle/>
                    <a:p>
                      <a:pPr algn="l"/>
                      <a:r>
                        <a:rPr kumimoji="1" lang="ja-JP" altLang="en-US" sz="1100" dirty="0"/>
                        <a:t>即時発行の取扱い不可。（郵送扱い）</a:t>
                      </a:r>
                    </a:p>
                  </a:txBody>
                  <a:tcPr anchor="ctr"/>
                </a:tc>
                <a:extLst>
                  <a:ext uri="{0D108BD9-81ED-4DB2-BD59-A6C34878D82A}">
                    <a16:rowId xmlns:a16="http://schemas.microsoft.com/office/drawing/2014/main" val="2282736019"/>
                  </a:ext>
                </a:extLst>
              </a:tr>
              <a:tr h="224843">
                <a:tc vMerge="1">
                  <a:txBody>
                    <a:bodyPr/>
                    <a:lstStyle/>
                    <a:p>
                      <a:endParaRPr kumimoji="1" lang="ja-JP" altLang="en-US" sz="1200" dirty="0"/>
                    </a:p>
                  </a:txBody>
                  <a:tcPr/>
                </a:tc>
                <a:tc>
                  <a:txBody>
                    <a:bodyPr/>
                    <a:lstStyle/>
                    <a:p>
                      <a:r>
                        <a:rPr kumimoji="1" lang="en-US" altLang="ja-JP" sz="1100" b="0" dirty="0"/>
                        <a:t>B.</a:t>
                      </a:r>
                      <a:r>
                        <a:rPr kumimoji="1" lang="ja-JP" altLang="en-US" sz="1100" b="0" dirty="0"/>
                        <a:t>住所変更を伴う場合</a:t>
                      </a:r>
                    </a:p>
                  </a:txBody>
                  <a:tcPr>
                    <a:solidFill>
                      <a:schemeClr val="bg1">
                        <a:lumMod val="95000"/>
                      </a:schemeClr>
                    </a:solidFill>
                  </a:tcPr>
                </a:tc>
                <a:tc>
                  <a:txBody>
                    <a:bodyPr/>
                    <a:lstStyle/>
                    <a:p>
                      <a:r>
                        <a:rPr kumimoji="1" lang="ja-JP" altLang="en-US" sz="1100" dirty="0"/>
                        <a:t>上記</a:t>
                      </a:r>
                      <a:r>
                        <a:rPr kumimoji="1" lang="en-US" altLang="ja-JP" sz="1100" dirty="0"/>
                        <a:t>A.</a:t>
                      </a:r>
                      <a:r>
                        <a:rPr kumimoji="1" lang="ja-JP" altLang="en-US" sz="1100" dirty="0"/>
                        <a:t>に加えて、住所変更の事実を証する書類による本人確認が必要</a:t>
                      </a: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tc>
                <a:extLst>
                  <a:ext uri="{0D108BD9-81ED-4DB2-BD59-A6C34878D82A}">
                    <a16:rowId xmlns:a16="http://schemas.microsoft.com/office/drawing/2014/main" val="2980617731"/>
                  </a:ext>
                </a:extLst>
              </a:tr>
              <a:tr h="224843">
                <a:tc vMerge="1">
                  <a:txBody>
                    <a:bodyPr/>
                    <a:lstStyle/>
                    <a:p>
                      <a:endParaRPr kumimoji="1" lang="ja-JP" altLang="en-US" sz="1200" dirty="0"/>
                    </a:p>
                  </a:txBody>
                  <a:tcPr/>
                </a:tc>
                <a:tc>
                  <a:txBody>
                    <a:bodyPr/>
                    <a:lstStyle/>
                    <a:p>
                      <a:r>
                        <a:rPr kumimoji="1" lang="en-US" altLang="ja-JP" sz="1100" b="0" dirty="0"/>
                        <a:t>C.</a:t>
                      </a:r>
                      <a:r>
                        <a:rPr kumimoji="1" lang="ja-JP" altLang="en-US" sz="1100" b="0" dirty="0"/>
                        <a:t>名義変更を伴う場合</a:t>
                      </a:r>
                    </a:p>
                  </a:txBody>
                  <a:tcPr>
                    <a:solidFill>
                      <a:schemeClr val="bg1">
                        <a:lumMod val="95000"/>
                      </a:schemeClr>
                    </a:solidFill>
                  </a:tcPr>
                </a:tc>
                <a:tc>
                  <a:txBody>
                    <a:bodyPr/>
                    <a:lstStyle/>
                    <a:p>
                      <a:r>
                        <a:rPr kumimoji="1" lang="ja-JP" altLang="en-US" sz="1100" dirty="0"/>
                        <a:t>上記</a:t>
                      </a:r>
                      <a:r>
                        <a:rPr kumimoji="1" lang="en-US" altLang="ja-JP" sz="1100" dirty="0"/>
                        <a:t>A.</a:t>
                      </a:r>
                      <a:r>
                        <a:rPr kumimoji="1" lang="ja-JP" altLang="en-US" sz="1100" dirty="0"/>
                        <a:t>に加えて、名義変更の事実を証する書類による本人確認が必要</a:t>
                      </a: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tc>
                <a:extLst>
                  <a:ext uri="{0D108BD9-81ED-4DB2-BD59-A6C34878D82A}">
                    <a16:rowId xmlns:a16="http://schemas.microsoft.com/office/drawing/2014/main" val="1289549756"/>
                  </a:ext>
                </a:extLst>
              </a:tr>
              <a:tr h="974319">
                <a:tc rowSpan="2">
                  <a:txBody>
                    <a:bodyPr/>
                    <a:lstStyle/>
                    <a:p>
                      <a:r>
                        <a:rPr kumimoji="1" lang="ja-JP" altLang="en-US" sz="1100" b="0" dirty="0"/>
                        <a:t>喪失再発行</a:t>
                      </a:r>
                      <a:endParaRPr kumimoji="1" lang="en-US" altLang="ja-JP" sz="1100" b="0" dirty="0"/>
                    </a:p>
                  </a:txBody>
                  <a:tcPr>
                    <a:solidFill>
                      <a:schemeClr val="bg1">
                        <a:lumMod val="95000"/>
                      </a:schemeClr>
                    </a:solidFill>
                  </a:tcPr>
                </a:tc>
                <a:tc>
                  <a:txBody>
                    <a:bodyPr/>
                    <a:lstStyle/>
                    <a:p>
                      <a:r>
                        <a:rPr kumimoji="1" lang="ja-JP" altLang="en-US" sz="1100" b="0" dirty="0"/>
                        <a:t>即時承認時</a:t>
                      </a:r>
                    </a:p>
                  </a:txBody>
                  <a:tcPr>
                    <a:solidFill>
                      <a:schemeClr val="bg1">
                        <a:lumMod val="95000"/>
                      </a:schemeClr>
                    </a:solidFill>
                  </a:tcPr>
                </a:tc>
                <a:tc>
                  <a:txBody>
                    <a:bodyPr/>
                    <a:lstStyle/>
                    <a:p>
                      <a:r>
                        <a:rPr kumimoji="1" lang="ja-JP" altLang="en-US" sz="1100" dirty="0"/>
                        <a:t>顔写真付の公的証明書による本人確認のうえ、Ｓ照査者面接による承認が必要。</a:t>
                      </a:r>
                    </a:p>
                    <a:p>
                      <a:r>
                        <a:rPr kumimoji="1" lang="ja-JP" altLang="en-US" sz="1100" dirty="0"/>
                        <a:t>①　個人番号カード、運転免許証、パスポート、在留カード等</a:t>
                      </a:r>
                    </a:p>
                    <a:p>
                      <a:r>
                        <a:rPr kumimoji="1" lang="ja-JP" altLang="en-US" sz="1100" dirty="0"/>
                        <a:t>②　届出印</a:t>
                      </a:r>
                    </a:p>
                    <a:p>
                      <a:pPr marL="176213" indent="-176213"/>
                      <a:r>
                        <a:rPr kumimoji="1" lang="en-US" altLang="ja-JP" sz="1100" dirty="0"/>
                        <a:t>※</a:t>
                      </a:r>
                      <a:r>
                        <a:rPr kumimoji="1" lang="ja-JP" altLang="en-US" sz="1100" dirty="0"/>
                        <a:t>印鑑証明証、写真入り勤務先証明証、身体障害者手帳、写真入り学生証の場合には、</a:t>
                      </a:r>
                      <a:endParaRPr kumimoji="1" lang="en-US" altLang="ja-JP" sz="1100" dirty="0"/>
                    </a:p>
                    <a:p>
                      <a:pPr marL="176213" indent="-176213"/>
                      <a:r>
                        <a:rPr kumimoji="1" lang="ja-JP" altLang="en-US" sz="1100" dirty="0"/>
                        <a:t>　 郵送扱い。</a:t>
                      </a:r>
                    </a:p>
                  </a:txBody>
                  <a:tcPr anchor="ctr"/>
                </a:tc>
                <a:tc>
                  <a:txBody>
                    <a:bodyPr/>
                    <a:lstStyle/>
                    <a:p>
                      <a:pPr algn="ctr"/>
                      <a:r>
                        <a:rPr kumimoji="1" lang="ja-JP" altLang="en-US" sz="1100" dirty="0" err="1"/>
                        <a:t>ー</a:t>
                      </a:r>
                      <a:endParaRPr kumimoji="1" lang="ja-JP" altLang="en-US" sz="1100" dirty="0"/>
                    </a:p>
                  </a:txBody>
                  <a:tcPr anchor="ctr"/>
                </a:tc>
                <a:extLst>
                  <a:ext uri="{0D108BD9-81ED-4DB2-BD59-A6C34878D82A}">
                    <a16:rowId xmlns:a16="http://schemas.microsoft.com/office/drawing/2014/main" val="4266348213"/>
                  </a:ext>
                </a:extLst>
              </a:tr>
              <a:tr h="662037">
                <a:tc vMerge="1">
                  <a:txBody>
                    <a:bodyPr/>
                    <a:lstStyle/>
                    <a:p>
                      <a:endParaRPr kumimoji="1" lang="ja-JP" altLang="en-US" dirty="0"/>
                    </a:p>
                  </a:txBody>
                  <a:tcPr/>
                </a:tc>
                <a:tc>
                  <a:txBody>
                    <a:bodyPr/>
                    <a:lstStyle/>
                    <a:p>
                      <a:r>
                        <a:rPr kumimoji="1" lang="ja-JP" altLang="en-US" sz="1100" b="0" dirty="0"/>
                        <a:t>照会状による確認</a:t>
                      </a:r>
                    </a:p>
                  </a:txBody>
                  <a:tcPr>
                    <a:solidFill>
                      <a:schemeClr val="bg1">
                        <a:lumMod val="95000"/>
                      </a:schemeClr>
                    </a:solidFill>
                  </a:tcPr>
                </a:tc>
                <a:tc>
                  <a:txBody>
                    <a:bodyPr/>
                    <a:lstStyle/>
                    <a:p>
                      <a:r>
                        <a:rPr kumimoji="1" lang="zh-TW" altLang="en-US" sz="1100" dirty="0"/>
                        <a:t>①　回答書</a:t>
                      </a:r>
                    </a:p>
                    <a:p>
                      <a:r>
                        <a:rPr kumimoji="1" lang="zh-TW" altLang="en-US" sz="1100" dirty="0"/>
                        <a:t>②　本人確認書類</a:t>
                      </a:r>
                      <a:r>
                        <a:rPr kumimoji="1" lang="en-US" altLang="zh-TW" sz="1100" dirty="0"/>
                        <a:t>※</a:t>
                      </a:r>
                    </a:p>
                    <a:p>
                      <a:r>
                        <a:rPr kumimoji="1" lang="en-US" altLang="zh-TW" sz="1100" dirty="0"/>
                        <a:t>③</a:t>
                      </a:r>
                      <a:r>
                        <a:rPr kumimoji="1" lang="zh-TW" altLang="en-US" sz="1100" dirty="0"/>
                        <a:t>　届出印</a:t>
                      </a:r>
                    </a:p>
                    <a:p>
                      <a:r>
                        <a:rPr kumimoji="1" lang="en-US" altLang="zh-TW" sz="1100" dirty="0"/>
                        <a:t>※</a:t>
                      </a:r>
                      <a:r>
                        <a:rPr kumimoji="1" lang="zh-TW" altLang="en-US" sz="1100" dirty="0"/>
                        <a:t>　共通事務編　第５章</a:t>
                      </a:r>
                      <a:r>
                        <a:rPr kumimoji="1" lang="en-US" altLang="zh-TW" sz="1100" dirty="0"/>
                        <a:t>〔</a:t>
                      </a:r>
                      <a:r>
                        <a:rPr kumimoji="1" lang="zh-TW" altLang="en-US" sz="1100" dirty="0"/>
                        <a:t>第２節「２</a:t>
                      </a:r>
                      <a:r>
                        <a:rPr kumimoji="1" lang="en-US" altLang="zh-TW" sz="1100" dirty="0"/>
                        <a:t>.</a:t>
                      </a:r>
                      <a:r>
                        <a:rPr kumimoji="1" lang="zh-TW" altLang="en-US" sz="1100" dirty="0"/>
                        <a:t>本人確認」</a:t>
                      </a:r>
                      <a:r>
                        <a:rPr kumimoji="1" lang="en-US" altLang="zh-TW" sz="1100" dirty="0"/>
                        <a:t>〕</a:t>
                      </a:r>
                    </a:p>
                  </a:txBody>
                  <a:tcPr anchor="ctr"/>
                </a:tc>
                <a:tc>
                  <a:txBody>
                    <a:bodyPr/>
                    <a:lstStyle/>
                    <a:p>
                      <a:r>
                        <a:rPr kumimoji="1" lang="zh-TW" altLang="en-US" sz="1100" dirty="0"/>
                        <a:t>①　回答書</a:t>
                      </a:r>
                    </a:p>
                    <a:p>
                      <a:r>
                        <a:rPr kumimoji="1" lang="zh-TW" altLang="en-US" sz="1100" dirty="0"/>
                        <a:t>②　本人確認書類</a:t>
                      </a:r>
                      <a:r>
                        <a:rPr kumimoji="1" lang="en-US" altLang="zh-TW" sz="1100" dirty="0"/>
                        <a:t>※</a:t>
                      </a:r>
                    </a:p>
                    <a:p>
                      <a:r>
                        <a:rPr kumimoji="1" lang="en-US" altLang="zh-TW" sz="1100" dirty="0"/>
                        <a:t>③</a:t>
                      </a:r>
                      <a:r>
                        <a:rPr kumimoji="1" lang="zh-TW" altLang="en-US" sz="1100" dirty="0"/>
                        <a:t>　届出印</a:t>
                      </a:r>
                    </a:p>
                    <a:p>
                      <a:r>
                        <a:rPr kumimoji="1" lang="en-US" altLang="zh-TW" sz="1100" dirty="0"/>
                        <a:t>※</a:t>
                      </a:r>
                      <a:r>
                        <a:rPr kumimoji="1" lang="zh-TW" altLang="en-US" sz="1100" dirty="0"/>
                        <a:t>　共通事務編　第５章</a:t>
                      </a:r>
                      <a:r>
                        <a:rPr kumimoji="1" lang="en-US" altLang="zh-TW" sz="1100" dirty="0"/>
                        <a:t>〔</a:t>
                      </a:r>
                      <a:r>
                        <a:rPr kumimoji="1" lang="zh-TW" altLang="en-US" sz="1100" dirty="0"/>
                        <a:t>第２節「２</a:t>
                      </a:r>
                      <a:r>
                        <a:rPr kumimoji="1" lang="en-US" altLang="zh-TW" sz="1100" dirty="0"/>
                        <a:t>.</a:t>
                      </a:r>
                      <a:r>
                        <a:rPr kumimoji="1" lang="zh-TW" altLang="en-US" sz="1100" dirty="0"/>
                        <a:t>本人確認」</a:t>
                      </a:r>
                      <a:r>
                        <a:rPr kumimoji="1" lang="en-US" altLang="zh-TW" sz="1100" dirty="0"/>
                        <a:t>〕</a:t>
                      </a:r>
                    </a:p>
                  </a:txBody>
                  <a:tcPr anchor="ctr"/>
                </a:tc>
                <a:extLst>
                  <a:ext uri="{0D108BD9-81ED-4DB2-BD59-A6C34878D82A}">
                    <a16:rowId xmlns:a16="http://schemas.microsoft.com/office/drawing/2014/main" val="1893411504"/>
                  </a:ext>
                </a:extLst>
              </a:tr>
            </a:tbl>
          </a:graphicData>
        </a:graphic>
      </p:graphicFrame>
      <p:sp>
        <p:nvSpPr>
          <p:cNvPr id="3" name="正方形/長方形 2">
            <a:extLst>
              <a:ext uri="{FF2B5EF4-FFF2-40B4-BE49-F238E27FC236}">
                <a16:creationId xmlns:a16="http://schemas.microsoft.com/office/drawing/2014/main" id="{9C4493FD-1FA6-489E-92B3-D9422DA1CA9C}"/>
              </a:ext>
            </a:extLst>
          </p:cNvPr>
          <p:cNvSpPr/>
          <p:nvPr/>
        </p:nvSpPr>
        <p:spPr>
          <a:xfrm>
            <a:off x="505486" y="196412"/>
            <a:ext cx="11181029" cy="3352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accent1"/>
                </a:solidFill>
              </a:rPr>
              <a:t>※</a:t>
            </a:r>
            <a:r>
              <a:rPr lang="ja-JP" altLang="en-US" sz="2000" b="1" dirty="0">
                <a:solidFill>
                  <a:schemeClr val="accent1"/>
                </a:solidFill>
              </a:rPr>
              <a:t>顔写真付きの公的証明書が旧住所でも別の公的証明書で現住所を確認できれば、即時発行可能です。</a:t>
            </a:r>
            <a:endParaRPr kumimoji="1" lang="ja-JP" altLang="en-US" sz="2000" b="1" dirty="0">
              <a:solidFill>
                <a:schemeClr val="accent1"/>
              </a:solidFill>
            </a:endParaRPr>
          </a:p>
        </p:txBody>
      </p:sp>
    </p:spTree>
    <p:extLst>
      <p:ext uri="{BB962C8B-B14F-4D97-AF65-F5344CB8AC3E}">
        <p14:creationId xmlns:p14="http://schemas.microsoft.com/office/powerpoint/2010/main" val="1031955336"/>
      </p:ext>
    </p:extLst>
  </p:cSld>
  <p:clrMapOvr>
    <a:masterClrMapping/>
  </p:clrMapOvr>
</p:sld>
</file>

<file path=ppt/theme/theme1.xml><?xml version="1.0" encoding="utf-8"?>
<a:theme xmlns:a="http://schemas.openxmlformats.org/drawingml/2006/main" name="Office テーマ">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DX PPT template_1.02(16×9)_2025.potx" id="{EB8DDE3A-CB0A-4DA0-B27E-FF7B93778A23}" vid="{6805DD9E-53DE-4879-A84C-7A2EDF8B383F}"/>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TotalTime>
  <Words>397</Words>
  <Application>Microsoft Office PowerPoint</Application>
  <PresentationFormat>ワイド画面</PresentationFormat>
  <Paragraphs>90</Paragraphs>
  <Slides>2</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2</vt:i4>
      </vt:variant>
    </vt:vector>
  </HeadingPairs>
  <TitlesOfParts>
    <vt:vector size="11" baseType="lpstr">
      <vt:lpstr>HG正楷書体-PRO</vt:lpstr>
      <vt:lpstr>Meiryo UI</vt:lpstr>
      <vt:lpstr>MS-Mincho</vt:lpstr>
      <vt:lpstr>游ゴシック</vt:lpstr>
      <vt:lpstr>Arial</vt:lpstr>
      <vt:lpstr>Cambria</vt:lpstr>
      <vt:lpstr>Wingdings</vt:lpstr>
      <vt:lpstr>Office テーマ</vt:lpstr>
      <vt:lpstr>デザインの設定</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Sakuta, Junki (作田 隼樹)</dc:creator>
  <cp:lastModifiedBy>中村　恵</cp:lastModifiedBy>
  <cp:revision>7</cp:revision>
  <dcterms:created xsi:type="dcterms:W3CDTF">2025-05-13T00:36:37Z</dcterms:created>
  <dcterms:modified xsi:type="dcterms:W3CDTF">2025-11-13T06:23:34Z</dcterms:modified>
</cp:coreProperties>
</file>