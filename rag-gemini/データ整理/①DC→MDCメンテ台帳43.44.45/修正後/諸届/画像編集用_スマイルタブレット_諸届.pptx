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  <p:sldId id="26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増田　勇" initials="増田　勇" lastIdx="1" clrIdx="0">
    <p:extLst>
      <p:ext uri="{19B8F6BF-5375-455C-9EA6-DF929625EA0E}">
        <p15:presenceInfo xmlns:p15="http://schemas.microsoft.com/office/powerpoint/2012/main" userId="S-1-5-21-1957994488-527237240-1606980848-3535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CC9"/>
    <a:srgbClr val="0000FF"/>
    <a:srgbClr val="FFD9D9"/>
    <a:srgbClr val="FFFFFF"/>
    <a:srgbClr val="FFA7A7"/>
    <a:srgbClr val="FF8585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642" autoAdjust="0"/>
  </p:normalViewPr>
  <p:slideViewPr>
    <p:cSldViewPr>
      <p:cViewPr varScale="1">
        <p:scale>
          <a:sx n="83" d="100"/>
          <a:sy n="83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48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62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45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97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810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952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68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517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589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68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05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7BA7F-5AFC-4276-B325-1E7B2BEECCFF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B8929-418D-4C34-AFD1-7B2223D3AA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59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3F0C217-2389-4195-BE8E-D2B8273AE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856200"/>
            <a:ext cx="8200407" cy="5813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BE4C9859-F792-4CE9-A33F-899BD1481DE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氏名・住所変更ボタンの位置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9D03BE6-19B1-4CC2-8F5F-835D51F467ED}"/>
              </a:ext>
            </a:extLst>
          </p:cNvPr>
          <p:cNvSpPr/>
          <p:nvPr/>
        </p:nvSpPr>
        <p:spPr>
          <a:xfrm>
            <a:off x="6094834" y="5021072"/>
            <a:ext cx="1445703" cy="6694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吹き出し: 折線 32">
            <a:extLst>
              <a:ext uri="{FF2B5EF4-FFF2-40B4-BE49-F238E27FC236}">
                <a16:creationId xmlns:a16="http://schemas.microsoft.com/office/drawing/2014/main" id="{97E43619-3862-4132-AF01-4CEF661FA469}"/>
              </a:ext>
            </a:extLst>
          </p:cNvPr>
          <p:cNvSpPr/>
          <p:nvPr/>
        </p:nvSpPr>
        <p:spPr>
          <a:xfrm>
            <a:off x="8387351" y="4033193"/>
            <a:ext cx="3253265" cy="987879"/>
          </a:xfrm>
          <a:prstGeom prst="borderCallout2">
            <a:avLst>
              <a:gd name="adj1" fmla="val 40254"/>
              <a:gd name="adj2" fmla="val -100"/>
              <a:gd name="adj3" fmla="val 40254"/>
              <a:gd name="adj4" fmla="val -10989"/>
              <a:gd name="adj5" fmla="val 100930"/>
              <a:gd name="adj6" fmla="val -28181"/>
            </a:avLst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氏名・住所変更ボタンの位置は画面最下部</a:t>
            </a:r>
            <a:r>
              <a: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	</a:t>
            </a:r>
            <a:endParaRPr kumimoji="1" lang="ja-JP" altLang="en-US" sz="2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8524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タイトル 1">
            <a:extLst>
              <a:ext uri="{FF2B5EF4-FFF2-40B4-BE49-F238E27FC236}">
                <a16:creationId xmlns:a16="http://schemas.microsoft.com/office/drawing/2014/main" id="{967AE2D8-1E7E-4AB0-A7C8-21A15D48716C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en-US" dirty="0"/>
              <a:t>「外字」ボタンの位置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AE57DF96-6320-438B-B818-DC63E534653F}"/>
              </a:ext>
            </a:extLst>
          </p:cNvPr>
          <p:cNvGrpSpPr/>
          <p:nvPr/>
        </p:nvGrpSpPr>
        <p:grpSpPr>
          <a:xfrm>
            <a:off x="2005517" y="1374680"/>
            <a:ext cx="8180966" cy="5313543"/>
            <a:chOff x="1019210" y="1374680"/>
            <a:chExt cx="8180966" cy="5313543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32F369EA-C6BE-44CE-9558-97508C045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9210" y="1374680"/>
              <a:ext cx="7495616" cy="531354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FB937270-D0A6-42CF-BCED-B54D32F963C8}"/>
                </a:ext>
              </a:extLst>
            </p:cNvPr>
            <p:cNvSpPr/>
            <p:nvPr/>
          </p:nvSpPr>
          <p:spPr>
            <a:xfrm>
              <a:off x="4043489" y="2912035"/>
              <a:ext cx="411065" cy="21705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吹き出し: 折線 2">
              <a:extLst>
                <a:ext uri="{FF2B5EF4-FFF2-40B4-BE49-F238E27FC236}">
                  <a16:creationId xmlns:a16="http://schemas.microsoft.com/office/drawing/2014/main" id="{429C007A-FADB-4713-95DC-DD680934E203}"/>
                </a:ext>
              </a:extLst>
            </p:cNvPr>
            <p:cNvSpPr/>
            <p:nvPr/>
          </p:nvSpPr>
          <p:spPr>
            <a:xfrm>
              <a:off x="5534410" y="1924156"/>
              <a:ext cx="3665766" cy="987879"/>
            </a:xfrm>
            <a:prstGeom prst="borderCallout2">
              <a:avLst>
                <a:gd name="adj1" fmla="val 37449"/>
                <a:gd name="adj2" fmla="val 234"/>
                <a:gd name="adj3" fmla="val 37449"/>
                <a:gd name="adj4" fmla="val -11376"/>
                <a:gd name="adj5" fmla="val 100930"/>
                <a:gd name="adj6" fmla="val -29693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2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外字ボタンの位置は</a:t>
              </a:r>
              <a:endParaRPr kumimoji="1" lang="en-US" altLang="ja-JP" sz="2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kumimoji="1" lang="ja-JP" altLang="en-US" sz="2400" b="1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おなまえ（漢字）欄の右横</a:t>
              </a:r>
            </a:p>
          </p:txBody>
        </p:sp>
      </p:grp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7BEAB4-AD87-47F7-87B1-6762121CB0F0}"/>
              </a:ext>
            </a:extLst>
          </p:cNvPr>
          <p:cNvSpPr/>
          <p:nvPr/>
        </p:nvSpPr>
        <p:spPr>
          <a:xfrm>
            <a:off x="1503589" y="767443"/>
            <a:ext cx="9184822" cy="5820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お客さまの希望で、外字登録する場合は、漢字氏名入力欄横の「外字」ボタンを押下</a:t>
            </a:r>
          </a:p>
        </p:txBody>
      </p:sp>
    </p:spTree>
    <p:extLst>
      <p:ext uri="{BB962C8B-B14F-4D97-AF65-F5344CB8AC3E}">
        <p14:creationId xmlns:p14="http://schemas.microsoft.com/office/powerpoint/2010/main" val="2680892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1499</TotalTime>
  <Words>59</Words>
  <Application>Microsoft Office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Meiryo UI</vt:lpstr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肥田　彩花</dc:creator>
  <cp:lastModifiedBy>作田　隼樹</cp:lastModifiedBy>
  <cp:revision>60</cp:revision>
  <dcterms:created xsi:type="dcterms:W3CDTF">2024-11-14T02:57:22Z</dcterms:created>
  <dcterms:modified xsi:type="dcterms:W3CDTF">2025-07-22T08:47:52Z</dcterms:modified>
</cp:coreProperties>
</file>