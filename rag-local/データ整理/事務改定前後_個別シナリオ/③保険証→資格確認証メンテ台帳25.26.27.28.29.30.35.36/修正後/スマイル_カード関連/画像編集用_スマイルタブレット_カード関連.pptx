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00984D7-D3BB-470D-97A0-ED014629E14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増田　勇" initials="増田　勇" lastIdx="1" clrIdx="0">
    <p:extLst>
      <p:ext uri="{19B8F6BF-5375-455C-9EA6-DF929625EA0E}">
        <p15:presenceInfo xmlns:p15="http://schemas.microsoft.com/office/powerpoint/2012/main" userId="S-1-5-21-1957994488-527237240-1606980848-3535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9"/>
    <a:srgbClr val="0000FF"/>
    <a:srgbClr val="FFD9D9"/>
    <a:srgbClr val="FFFFFF"/>
    <a:srgbClr val="FFA7A7"/>
    <a:srgbClr val="FF858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642" autoAdjust="0"/>
  </p:normalViewPr>
  <p:slideViewPr>
    <p:cSldViewPr snapToGrid="0">
      <p:cViewPr varScale="1">
        <p:scale>
          <a:sx n="82" d="100"/>
          <a:sy n="82" d="100"/>
        </p:scale>
        <p:origin x="93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48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62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45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9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10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52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9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68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0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BA7F-5AFC-4276-B325-1E7B2BEECCFF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59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800DB87-B204-46E7-B88B-1A2FE5403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58" y="574570"/>
            <a:ext cx="12203115" cy="570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78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肥田　彩花</dc:creator>
  <cp:lastModifiedBy>森　明日香</cp:lastModifiedBy>
  <cp:revision>65</cp:revision>
  <dcterms:created xsi:type="dcterms:W3CDTF">2024-11-14T02:57:22Z</dcterms:created>
  <dcterms:modified xsi:type="dcterms:W3CDTF">2025-04-24T06:33:49Z</dcterms:modified>
</cp:coreProperties>
</file>